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0" r:id="rId5"/>
    <p:sldId id="281" r:id="rId6"/>
    <p:sldId id="267" r:id="rId7"/>
    <p:sldId id="259" r:id="rId8"/>
    <p:sldId id="283" r:id="rId9"/>
    <p:sldId id="269" r:id="rId10"/>
    <p:sldId id="262" r:id="rId11"/>
    <p:sldId id="282" r:id="rId12"/>
    <p:sldId id="261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65" r:id="rId24"/>
    <p:sldId id="284" r:id="rId25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44" d="100"/>
          <a:sy n="44" d="100"/>
        </p:scale>
        <p:origin x="882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9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11009" y="4349755"/>
            <a:ext cx="626598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66420" y="2746577"/>
            <a:ext cx="9780270" cy="5168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6142" y="0"/>
            <a:ext cx="1905" cy="10287000"/>
          </a:xfrm>
          <a:custGeom>
            <a:avLst/>
            <a:gdLst/>
            <a:ahLst/>
            <a:cxnLst/>
            <a:rect l="l" t="t" r="r" b="b"/>
            <a:pathLst>
              <a:path w="1905" h="10287000">
                <a:moveTo>
                  <a:pt x="0" y="10286999"/>
                </a:moveTo>
                <a:lnTo>
                  <a:pt x="1855" y="10286999"/>
                </a:lnTo>
                <a:lnTo>
                  <a:pt x="1855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FFF9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4352905" cy="10287000"/>
          </a:xfrm>
          <a:custGeom>
            <a:avLst/>
            <a:gdLst/>
            <a:ahLst/>
            <a:cxnLst/>
            <a:rect l="l" t="t" r="r" b="b"/>
            <a:pathLst>
              <a:path w="14352905" h="10287000">
                <a:moveTo>
                  <a:pt x="0" y="10286999"/>
                </a:moveTo>
                <a:lnTo>
                  <a:pt x="14352318" y="10286999"/>
                </a:lnTo>
                <a:lnTo>
                  <a:pt x="14352318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FFF9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748368" y="91"/>
            <a:ext cx="6537959" cy="10287000"/>
            <a:chOff x="11748368" y="91"/>
            <a:chExt cx="6537959" cy="10287000"/>
          </a:xfrm>
        </p:grpSpPr>
        <p:sp>
          <p:nvSpPr>
            <p:cNvPr id="5" name="object 5"/>
            <p:cNvSpPr/>
            <p:nvPr/>
          </p:nvSpPr>
          <p:spPr>
            <a:xfrm>
              <a:off x="14352318" y="91"/>
              <a:ext cx="3933825" cy="10287000"/>
            </a:xfrm>
            <a:custGeom>
              <a:avLst/>
              <a:gdLst/>
              <a:ahLst/>
              <a:cxnLst/>
              <a:rect l="l" t="t" r="r" b="b"/>
              <a:pathLst>
                <a:path w="3933825" h="10287000">
                  <a:moveTo>
                    <a:pt x="3933824" y="10286816"/>
                  </a:moveTo>
                  <a:lnTo>
                    <a:pt x="0" y="10286816"/>
                  </a:lnTo>
                  <a:lnTo>
                    <a:pt x="0" y="0"/>
                  </a:lnTo>
                  <a:lnTo>
                    <a:pt x="3933824" y="0"/>
                  </a:lnTo>
                  <a:lnTo>
                    <a:pt x="3933824" y="10286816"/>
                  </a:lnTo>
                  <a:close/>
                </a:path>
              </a:pathLst>
            </a:custGeom>
            <a:solidFill>
              <a:srgbClr val="6261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15172" y="8776953"/>
              <a:ext cx="5181600" cy="0"/>
            </a:xfrm>
            <a:custGeom>
              <a:avLst/>
              <a:gdLst/>
              <a:ahLst/>
              <a:cxnLst/>
              <a:rect l="l" t="t" r="r" b="b"/>
              <a:pathLst>
                <a:path w="5181600">
                  <a:moveTo>
                    <a:pt x="0" y="0"/>
                  </a:moveTo>
                  <a:lnTo>
                    <a:pt x="5181480" y="0"/>
                  </a:lnTo>
                </a:path>
              </a:pathLst>
            </a:custGeom>
            <a:ln w="47624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772189" y="8705515"/>
              <a:ext cx="143510" cy="142875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0" y="71437"/>
                  </a:moveTo>
                  <a:lnTo>
                    <a:pt x="71491" y="0"/>
                  </a:lnTo>
                  <a:lnTo>
                    <a:pt x="142983" y="71437"/>
                  </a:lnTo>
                  <a:lnTo>
                    <a:pt x="71491" y="142874"/>
                  </a:lnTo>
                  <a:lnTo>
                    <a:pt x="0" y="71437"/>
                  </a:lnTo>
                  <a:close/>
                </a:path>
              </a:pathLst>
            </a:custGeom>
            <a:ln w="47642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096652" y="8705515"/>
              <a:ext cx="143510" cy="142875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142983" y="71437"/>
                  </a:moveTo>
                  <a:lnTo>
                    <a:pt x="71491" y="0"/>
                  </a:lnTo>
                  <a:lnTo>
                    <a:pt x="0" y="71437"/>
                  </a:lnTo>
                  <a:lnTo>
                    <a:pt x="71491" y="142874"/>
                  </a:lnTo>
                  <a:lnTo>
                    <a:pt x="142983" y="71437"/>
                  </a:lnTo>
                  <a:close/>
                </a:path>
              </a:pathLst>
            </a:custGeom>
            <a:ln w="47642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15172" y="2354325"/>
              <a:ext cx="5181600" cy="0"/>
            </a:xfrm>
            <a:custGeom>
              <a:avLst/>
              <a:gdLst/>
              <a:ahLst/>
              <a:cxnLst/>
              <a:rect l="l" t="t" r="r" b="b"/>
              <a:pathLst>
                <a:path w="5181600">
                  <a:moveTo>
                    <a:pt x="0" y="0"/>
                  </a:moveTo>
                  <a:lnTo>
                    <a:pt x="5181480" y="0"/>
                  </a:lnTo>
                </a:path>
              </a:pathLst>
            </a:custGeom>
            <a:ln w="47624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772189" y="2282887"/>
              <a:ext cx="143510" cy="142875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0" y="71437"/>
                  </a:moveTo>
                  <a:lnTo>
                    <a:pt x="71491" y="0"/>
                  </a:lnTo>
                  <a:lnTo>
                    <a:pt x="142983" y="71437"/>
                  </a:lnTo>
                  <a:lnTo>
                    <a:pt x="71491" y="142874"/>
                  </a:lnTo>
                  <a:lnTo>
                    <a:pt x="0" y="71437"/>
                  </a:lnTo>
                  <a:close/>
                </a:path>
              </a:pathLst>
            </a:custGeom>
            <a:ln w="47642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096652" y="2282887"/>
              <a:ext cx="143510" cy="142875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142983" y="71437"/>
                  </a:moveTo>
                  <a:lnTo>
                    <a:pt x="71491" y="0"/>
                  </a:lnTo>
                  <a:lnTo>
                    <a:pt x="0" y="71437"/>
                  </a:lnTo>
                  <a:lnTo>
                    <a:pt x="71491" y="142874"/>
                  </a:lnTo>
                  <a:lnTo>
                    <a:pt x="142983" y="71437"/>
                  </a:lnTo>
                  <a:close/>
                </a:path>
              </a:pathLst>
            </a:custGeom>
            <a:ln w="47642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1402606" y="2584319"/>
            <a:ext cx="190500" cy="5915660"/>
            <a:chOff x="11402606" y="2584319"/>
            <a:chExt cx="190500" cy="5915660"/>
          </a:xfrm>
        </p:grpSpPr>
        <p:sp>
          <p:nvSpPr>
            <p:cNvPr id="13" name="object 13"/>
            <p:cNvSpPr/>
            <p:nvPr/>
          </p:nvSpPr>
          <p:spPr>
            <a:xfrm>
              <a:off x="11497857" y="2751018"/>
              <a:ext cx="0" cy="5582285"/>
            </a:xfrm>
            <a:custGeom>
              <a:avLst/>
              <a:gdLst/>
              <a:ahLst/>
              <a:cxnLst/>
              <a:rect l="l" t="t" r="r" b="b"/>
              <a:pathLst>
                <a:path h="5582284">
                  <a:moveTo>
                    <a:pt x="0" y="0"/>
                  </a:moveTo>
                  <a:lnTo>
                    <a:pt x="0" y="5581738"/>
                  </a:lnTo>
                </a:path>
              </a:pathLst>
            </a:custGeom>
            <a:ln w="47628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426419" y="2608133"/>
              <a:ext cx="142875" cy="143510"/>
            </a:xfrm>
            <a:custGeom>
              <a:avLst/>
              <a:gdLst/>
              <a:ahLst/>
              <a:cxnLst/>
              <a:rect l="l" t="t" r="r" b="b"/>
              <a:pathLst>
                <a:path w="142875" h="143510">
                  <a:moveTo>
                    <a:pt x="71437" y="0"/>
                  </a:moveTo>
                  <a:lnTo>
                    <a:pt x="142874" y="71442"/>
                  </a:lnTo>
                  <a:lnTo>
                    <a:pt x="71437" y="142885"/>
                  </a:lnTo>
                  <a:lnTo>
                    <a:pt x="0" y="71442"/>
                  </a:lnTo>
                  <a:lnTo>
                    <a:pt x="71437" y="0"/>
                  </a:lnTo>
                  <a:close/>
                </a:path>
              </a:pathLst>
            </a:custGeom>
            <a:ln w="47626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426419" y="8332757"/>
              <a:ext cx="142875" cy="143510"/>
            </a:xfrm>
            <a:custGeom>
              <a:avLst/>
              <a:gdLst/>
              <a:ahLst/>
              <a:cxnLst/>
              <a:rect l="l" t="t" r="r" b="b"/>
              <a:pathLst>
                <a:path w="142875" h="143509">
                  <a:moveTo>
                    <a:pt x="71437" y="142885"/>
                  </a:moveTo>
                  <a:lnTo>
                    <a:pt x="142874" y="71442"/>
                  </a:lnTo>
                  <a:lnTo>
                    <a:pt x="71437" y="0"/>
                  </a:lnTo>
                  <a:lnTo>
                    <a:pt x="0" y="71442"/>
                  </a:lnTo>
                  <a:lnTo>
                    <a:pt x="71437" y="142885"/>
                  </a:lnTo>
                  <a:close/>
                </a:path>
              </a:pathLst>
            </a:custGeom>
            <a:ln w="47626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7392401" y="2584319"/>
            <a:ext cx="190500" cy="5915660"/>
            <a:chOff x="17392401" y="2584319"/>
            <a:chExt cx="190500" cy="5915660"/>
          </a:xfrm>
        </p:grpSpPr>
        <p:sp>
          <p:nvSpPr>
            <p:cNvPr id="17" name="object 17"/>
            <p:cNvSpPr/>
            <p:nvPr/>
          </p:nvSpPr>
          <p:spPr>
            <a:xfrm>
              <a:off x="17487652" y="2751018"/>
              <a:ext cx="0" cy="5582285"/>
            </a:xfrm>
            <a:custGeom>
              <a:avLst/>
              <a:gdLst/>
              <a:ahLst/>
              <a:cxnLst/>
              <a:rect l="l" t="t" r="r" b="b"/>
              <a:pathLst>
                <a:path h="5582284">
                  <a:moveTo>
                    <a:pt x="0" y="0"/>
                  </a:moveTo>
                  <a:lnTo>
                    <a:pt x="0" y="5581738"/>
                  </a:lnTo>
                </a:path>
              </a:pathLst>
            </a:custGeom>
            <a:ln w="47628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416215" y="2608133"/>
              <a:ext cx="142875" cy="143510"/>
            </a:xfrm>
            <a:custGeom>
              <a:avLst/>
              <a:gdLst/>
              <a:ahLst/>
              <a:cxnLst/>
              <a:rect l="l" t="t" r="r" b="b"/>
              <a:pathLst>
                <a:path w="142875" h="143510">
                  <a:moveTo>
                    <a:pt x="71437" y="0"/>
                  </a:moveTo>
                  <a:lnTo>
                    <a:pt x="142874" y="71442"/>
                  </a:lnTo>
                  <a:lnTo>
                    <a:pt x="71437" y="142885"/>
                  </a:lnTo>
                  <a:lnTo>
                    <a:pt x="0" y="71442"/>
                  </a:lnTo>
                  <a:lnTo>
                    <a:pt x="71437" y="0"/>
                  </a:lnTo>
                  <a:close/>
                </a:path>
              </a:pathLst>
            </a:custGeom>
            <a:ln w="47626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416215" y="8332757"/>
              <a:ext cx="142875" cy="143510"/>
            </a:xfrm>
            <a:custGeom>
              <a:avLst/>
              <a:gdLst/>
              <a:ahLst/>
              <a:cxnLst/>
              <a:rect l="l" t="t" r="r" b="b"/>
              <a:pathLst>
                <a:path w="142875" h="143509">
                  <a:moveTo>
                    <a:pt x="71437" y="142885"/>
                  </a:moveTo>
                  <a:lnTo>
                    <a:pt x="142874" y="71442"/>
                  </a:lnTo>
                  <a:lnTo>
                    <a:pt x="71437" y="0"/>
                  </a:lnTo>
                  <a:lnTo>
                    <a:pt x="0" y="71442"/>
                  </a:lnTo>
                  <a:lnTo>
                    <a:pt x="71437" y="142885"/>
                  </a:lnTo>
                  <a:close/>
                </a:path>
              </a:pathLst>
            </a:custGeom>
            <a:ln w="47626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48359" y="2584262"/>
            <a:ext cx="5514974" cy="5915024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51" y="6989467"/>
            <a:ext cx="11569243" cy="1830609"/>
          </a:xfrm>
          <a:custGeom>
            <a:avLst/>
            <a:gdLst/>
            <a:ahLst/>
            <a:cxnLst/>
            <a:rect l="l" t="t" r="r" b="b"/>
            <a:pathLst>
              <a:path w="8743950" h="2076450">
                <a:moveTo>
                  <a:pt x="8743927" y="0"/>
                </a:moveTo>
                <a:lnTo>
                  <a:pt x="8743927" y="2076449"/>
                </a:lnTo>
                <a:lnTo>
                  <a:pt x="0" y="2076449"/>
                </a:lnTo>
                <a:lnTo>
                  <a:pt x="0" y="0"/>
                </a:lnTo>
                <a:lnTo>
                  <a:pt x="8743927" y="0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r>
              <a:rPr lang="fr-FR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Réalisé par:                          Encadrant :Mr </a:t>
            </a:r>
            <a:r>
              <a:rPr lang="fr-FR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 </a:t>
            </a:r>
            <a:r>
              <a:rPr lang="fr-FR" sz="3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Lahmar</a:t>
            </a:r>
            <a:endParaRPr lang="fr-FR" sz="3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Fatima Zahra </a:t>
            </a:r>
            <a:r>
              <a:rPr lang="fr-FR" sz="3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Ourabah</a:t>
            </a:r>
            <a:r>
              <a:rPr lang="fr-FR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3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Co-encadrant:MmeBouhlal</a:t>
            </a:r>
            <a:endParaRPr lang="fr-FR" sz="3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Meryem </a:t>
            </a:r>
            <a:r>
              <a:rPr lang="fr-FR" sz="3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Saidine</a:t>
            </a:r>
            <a:endParaRPr sz="36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800" y="6262204"/>
            <a:ext cx="8696960" cy="0"/>
          </a:xfrm>
          <a:custGeom>
            <a:avLst/>
            <a:gdLst/>
            <a:ahLst/>
            <a:cxnLst/>
            <a:rect l="l" t="t" r="r" b="b"/>
            <a:pathLst>
              <a:path w="8696960">
                <a:moveTo>
                  <a:pt x="0" y="0"/>
                </a:moveTo>
                <a:lnTo>
                  <a:pt x="8696463" y="0"/>
                </a:lnTo>
              </a:path>
            </a:pathLst>
          </a:custGeom>
          <a:ln w="47624">
            <a:solidFill>
              <a:srgbClr val="AC7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536608" y="2425763"/>
            <a:ext cx="7979383" cy="279390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2700" marR="5080" indent="460375" algn="ctr">
              <a:lnSpc>
                <a:spcPct val="116500"/>
              </a:lnSpc>
              <a:spcBef>
                <a:spcPts val="95"/>
              </a:spcBef>
            </a:pPr>
            <a:r>
              <a:rPr lang="fr-FR" sz="5150" spc="-265" dirty="0" smtClean="0">
                <a:solidFill>
                  <a:srgbClr val="535353"/>
                </a:solidFill>
                <a:latin typeface="Times New Roman"/>
                <a:cs typeface="Times New Roman"/>
              </a:rPr>
              <a:t>Réalisation d’une plateforme qui marque la présence à l’aide   de la reconnaissance faciale </a:t>
            </a:r>
            <a:endParaRPr sz="515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503680" cy="2024380"/>
          </a:xfrm>
          <a:custGeom>
            <a:avLst/>
            <a:gdLst/>
            <a:ahLst/>
            <a:cxnLst/>
            <a:rect l="l" t="t" r="r" b="b"/>
            <a:pathLst>
              <a:path w="1503680" h="2024380">
                <a:moveTo>
                  <a:pt x="0" y="2023949"/>
                </a:moveTo>
                <a:lnTo>
                  <a:pt x="0" y="0"/>
                </a:lnTo>
                <a:lnTo>
                  <a:pt x="1503088" y="0"/>
                </a:lnTo>
                <a:lnTo>
                  <a:pt x="1490636" y="66016"/>
                </a:lnTo>
                <a:lnTo>
                  <a:pt x="1481039" y="111480"/>
                </a:lnTo>
                <a:lnTo>
                  <a:pt x="1470717" y="156672"/>
                </a:lnTo>
                <a:lnTo>
                  <a:pt x="1459677" y="201587"/>
                </a:lnTo>
                <a:lnTo>
                  <a:pt x="1447926" y="246217"/>
                </a:lnTo>
                <a:lnTo>
                  <a:pt x="1435468" y="290556"/>
                </a:lnTo>
                <a:lnTo>
                  <a:pt x="1422311" y="334598"/>
                </a:lnTo>
                <a:lnTo>
                  <a:pt x="1408462" y="378337"/>
                </a:lnTo>
                <a:lnTo>
                  <a:pt x="1393926" y="421765"/>
                </a:lnTo>
                <a:lnTo>
                  <a:pt x="1378710" y="464878"/>
                </a:lnTo>
                <a:lnTo>
                  <a:pt x="1362821" y="507668"/>
                </a:lnTo>
                <a:lnTo>
                  <a:pt x="1346264" y="550128"/>
                </a:lnTo>
                <a:lnTo>
                  <a:pt x="1329046" y="592254"/>
                </a:lnTo>
                <a:lnTo>
                  <a:pt x="1311174" y="634037"/>
                </a:lnTo>
                <a:lnTo>
                  <a:pt x="1292653" y="675473"/>
                </a:lnTo>
                <a:lnTo>
                  <a:pt x="1273491" y="716553"/>
                </a:lnTo>
                <a:lnTo>
                  <a:pt x="1253694" y="757273"/>
                </a:lnTo>
                <a:lnTo>
                  <a:pt x="1233268" y="797626"/>
                </a:lnTo>
                <a:lnTo>
                  <a:pt x="1212219" y="837604"/>
                </a:lnTo>
                <a:lnTo>
                  <a:pt x="1190553" y="877203"/>
                </a:lnTo>
                <a:lnTo>
                  <a:pt x="1168278" y="916415"/>
                </a:lnTo>
                <a:lnTo>
                  <a:pt x="1145400" y="955235"/>
                </a:lnTo>
                <a:lnTo>
                  <a:pt x="1121924" y="993655"/>
                </a:lnTo>
                <a:lnTo>
                  <a:pt x="1097858" y="1031669"/>
                </a:lnTo>
                <a:lnTo>
                  <a:pt x="1073207" y="1069272"/>
                </a:lnTo>
                <a:lnTo>
                  <a:pt x="1047979" y="1106456"/>
                </a:lnTo>
                <a:lnTo>
                  <a:pt x="1022179" y="1143216"/>
                </a:lnTo>
                <a:lnTo>
                  <a:pt x="995814" y="1179544"/>
                </a:lnTo>
                <a:lnTo>
                  <a:pt x="968890" y="1215434"/>
                </a:lnTo>
                <a:lnTo>
                  <a:pt x="941413" y="1250881"/>
                </a:lnTo>
                <a:lnTo>
                  <a:pt x="913391" y="1285878"/>
                </a:lnTo>
                <a:lnTo>
                  <a:pt x="884829" y="1320418"/>
                </a:lnTo>
                <a:lnTo>
                  <a:pt x="855734" y="1354494"/>
                </a:lnTo>
                <a:lnTo>
                  <a:pt x="826112" y="1388102"/>
                </a:lnTo>
                <a:lnTo>
                  <a:pt x="795969" y="1421233"/>
                </a:lnTo>
                <a:lnTo>
                  <a:pt x="765312" y="1453883"/>
                </a:lnTo>
                <a:lnTo>
                  <a:pt x="734148" y="1486043"/>
                </a:lnTo>
                <a:lnTo>
                  <a:pt x="702482" y="1517709"/>
                </a:lnTo>
                <a:lnTo>
                  <a:pt x="670321" y="1548874"/>
                </a:lnTo>
                <a:lnTo>
                  <a:pt x="637672" y="1579530"/>
                </a:lnTo>
                <a:lnTo>
                  <a:pt x="604540" y="1609673"/>
                </a:lnTo>
                <a:lnTo>
                  <a:pt x="570933" y="1639295"/>
                </a:lnTo>
                <a:lnTo>
                  <a:pt x="536856" y="1668390"/>
                </a:lnTo>
                <a:lnTo>
                  <a:pt x="502316" y="1696952"/>
                </a:lnTo>
                <a:lnTo>
                  <a:pt x="467320" y="1724975"/>
                </a:lnTo>
                <a:lnTo>
                  <a:pt x="431873" y="1752451"/>
                </a:lnTo>
                <a:lnTo>
                  <a:pt x="395982" y="1779375"/>
                </a:lnTo>
                <a:lnTo>
                  <a:pt x="359654" y="1805740"/>
                </a:lnTo>
                <a:lnTo>
                  <a:pt x="322895" y="1831540"/>
                </a:lnTo>
                <a:lnTo>
                  <a:pt x="285711" y="1856769"/>
                </a:lnTo>
                <a:lnTo>
                  <a:pt x="248108" y="1881419"/>
                </a:lnTo>
                <a:lnTo>
                  <a:pt x="210094" y="1905486"/>
                </a:lnTo>
                <a:lnTo>
                  <a:pt x="171673" y="1928961"/>
                </a:lnTo>
                <a:lnTo>
                  <a:pt x="132854" y="1951840"/>
                </a:lnTo>
                <a:lnTo>
                  <a:pt x="93642" y="1974115"/>
                </a:lnTo>
                <a:lnTo>
                  <a:pt x="54043" y="1995780"/>
                </a:lnTo>
                <a:lnTo>
                  <a:pt x="14064" y="2016829"/>
                </a:lnTo>
                <a:lnTo>
                  <a:pt x="0" y="2023949"/>
                </a:lnTo>
                <a:close/>
              </a:path>
            </a:pathLst>
          </a:custGeom>
          <a:solidFill>
            <a:srgbClr val="F59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800" y="-31726"/>
            <a:ext cx="2630352" cy="1901190"/>
          </a:xfrm>
          <a:prstGeom prst="rect">
            <a:avLst/>
          </a:prstGeom>
        </p:spPr>
      </p:pic>
      <p:pic>
        <p:nvPicPr>
          <p:cNvPr id="2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520698" y="29107"/>
            <a:ext cx="3709098" cy="14460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67600" y="893996"/>
            <a:ext cx="0" cy="7839709"/>
          </a:xfrm>
          <a:custGeom>
            <a:avLst/>
            <a:gdLst/>
            <a:ahLst/>
            <a:cxnLst/>
            <a:rect l="l" t="t" r="r" b="b"/>
            <a:pathLst>
              <a:path h="7839709">
                <a:moveTo>
                  <a:pt x="0" y="7839127"/>
                </a:moveTo>
                <a:lnTo>
                  <a:pt x="0" y="0"/>
                </a:lnTo>
              </a:path>
            </a:pathLst>
          </a:custGeom>
          <a:ln w="47634">
            <a:solidFill>
              <a:srgbClr val="AC7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797675" cy="10274300"/>
            <a:chOff x="0" y="0"/>
            <a:chExt cx="6797675" cy="102743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6797675" cy="10274300"/>
            </a:xfrm>
            <a:custGeom>
              <a:avLst/>
              <a:gdLst/>
              <a:ahLst/>
              <a:cxnLst/>
              <a:rect l="l" t="t" r="r" b="b"/>
              <a:pathLst>
                <a:path w="6797675" h="10274300">
                  <a:moveTo>
                    <a:pt x="3838966" y="10274299"/>
                  </a:moveTo>
                  <a:lnTo>
                    <a:pt x="0" y="10274299"/>
                  </a:lnTo>
                  <a:lnTo>
                    <a:pt x="0" y="0"/>
                  </a:lnTo>
                  <a:lnTo>
                    <a:pt x="3799275" y="0"/>
                  </a:lnTo>
                  <a:lnTo>
                    <a:pt x="3838966" y="12699"/>
                  </a:lnTo>
                  <a:lnTo>
                    <a:pt x="4034489" y="139699"/>
                  </a:lnTo>
                  <a:lnTo>
                    <a:pt x="4224987" y="266699"/>
                  </a:lnTo>
                  <a:lnTo>
                    <a:pt x="4410269" y="393699"/>
                  </a:lnTo>
                  <a:lnTo>
                    <a:pt x="4482878" y="444499"/>
                  </a:lnTo>
                  <a:lnTo>
                    <a:pt x="4518855" y="482599"/>
                  </a:lnTo>
                  <a:lnTo>
                    <a:pt x="4625453" y="558799"/>
                  </a:lnTo>
                  <a:lnTo>
                    <a:pt x="4660537" y="596899"/>
                  </a:lnTo>
                  <a:lnTo>
                    <a:pt x="4730023" y="647699"/>
                  </a:lnTo>
                  <a:lnTo>
                    <a:pt x="4764422" y="685799"/>
                  </a:lnTo>
                  <a:lnTo>
                    <a:pt x="4832523" y="736599"/>
                  </a:lnTo>
                  <a:lnTo>
                    <a:pt x="4866223" y="774699"/>
                  </a:lnTo>
                  <a:lnTo>
                    <a:pt x="4899687" y="800099"/>
                  </a:lnTo>
                  <a:lnTo>
                    <a:pt x="4932913" y="838199"/>
                  </a:lnTo>
                  <a:lnTo>
                    <a:pt x="4998646" y="888999"/>
                  </a:lnTo>
                  <a:lnTo>
                    <a:pt x="5031150" y="927099"/>
                  </a:lnTo>
                  <a:lnTo>
                    <a:pt x="5063411" y="952499"/>
                  </a:lnTo>
                  <a:lnTo>
                    <a:pt x="5127195" y="1028699"/>
                  </a:lnTo>
                  <a:lnTo>
                    <a:pt x="5158715" y="1054099"/>
                  </a:lnTo>
                  <a:lnTo>
                    <a:pt x="5189985" y="1092199"/>
                  </a:lnTo>
                  <a:lnTo>
                    <a:pt x="5221005" y="1117599"/>
                  </a:lnTo>
                  <a:lnTo>
                    <a:pt x="5251771" y="1155699"/>
                  </a:lnTo>
                  <a:lnTo>
                    <a:pt x="5282283" y="1193799"/>
                  </a:lnTo>
                  <a:lnTo>
                    <a:pt x="5312539" y="1219199"/>
                  </a:lnTo>
                  <a:lnTo>
                    <a:pt x="5342538" y="1257299"/>
                  </a:lnTo>
                  <a:lnTo>
                    <a:pt x="5372278" y="1295399"/>
                  </a:lnTo>
                  <a:lnTo>
                    <a:pt x="5401757" y="1320799"/>
                  </a:lnTo>
                  <a:lnTo>
                    <a:pt x="5430975" y="1358899"/>
                  </a:lnTo>
                  <a:lnTo>
                    <a:pt x="5459929" y="1396999"/>
                  </a:lnTo>
                  <a:lnTo>
                    <a:pt x="5488618" y="1435099"/>
                  </a:lnTo>
                  <a:lnTo>
                    <a:pt x="5517040" y="1473199"/>
                  </a:lnTo>
                  <a:lnTo>
                    <a:pt x="5545194" y="1498599"/>
                  </a:lnTo>
                  <a:lnTo>
                    <a:pt x="5573079" y="1536699"/>
                  </a:lnTo>
                  <a:lnTo>
                    <a:pt x="5600693" y="1574799"/>
                  </a:lnTo>
                  <a:lnTo>
                    <a:pt x="5628034" y="1612899"/>
                  </a:lnTo>
                  <a:lnTo>
                    <a:pt x="5655101" y="1650999"/>
                  </a:lnTo>
                  <a:lnTo>
                    <a:pt x="5681892" y="1689099"/>
                  </a:lnTo>
                  <a:lnTo>
                    <a:pt x="5708406" y="1727199"/>
                  </a:lnTo>
                  <a:lnTo>
                    <a:pt x="5734641" y="1765299"/>
                  </a:lnTo>
                  <a:lnTo>
                    <a:pt x="5760596" y="1803399"/>
                  </a:lnTo>
                  <a:lnTo>
                    <a:pt x="5786269" y="1828799"/>
                  </a:lnTo>
                  <a:lnTo>
                    <a:pt x="5811659" y="1866899"/>
                  </a:lnTo>
                  <a:lnTo>
                    <a:pt x="5836765" y="1904999"/>
                  </a:lnTo>
                  <a:lnTo>
                    <a:pt x="5861583" y="1943099"/>
                  </a:lnTo>
                  <a:lnTo>
                    <a:pt x="5886114" y="1993899"/>
                  </a:lnTo>
                  <a:lnTo>
                    <a:pt x="5910356" y="2031999"/>
                  </a:lnTo>
                  <a:lnTo>
                    <a:pt x="5934307" y="2070099"/>
                  </a:lnTo>
                  <a:lnTo>
                    <a:pt x="5957965" y="2108199"/>
                  </a:lnTo>
                  <a:lnTo>
                    <a:pt x="5981329" y="2146299"/>
                  </a:lnTo>
                  <a:lnTo>
                    <a:pt x="6004398" y="2184399"/>
                  </a:lnTo>
                  <a:lnTo>
                    <a:pt x="6027170" y="2222499"/>
                  </a:lnTo>
                  <a:lnTo>
                    <a:pt x="6049643" y="2260599"/>
                  </a:lnTo>
                  <a:lnTo>
                    <a:pt x="6071816" y="2298699"/>
                  </a:lnTo>
                  <a:lnTo>
                    <a:pt x="6093688" y="2336799"/>
                  </a:lnTo>
                  <a:lnTo>
                    <a:pt x="6115256" y="2387599"/>
                  </a:lnTo>
                  <a:lnTo>
                    <a:pt x="6136520" y="2425699"/>
                  </a:lnTo>
                  <a:lnTo>
                    <a:pt x="6157478" y="2463799"/>
                  </a:lnTo>
                  <a:lnTo>
                    <a:pt x="6178128" y="2501899"/>
                  </a:lnTo>
                  <a:lnTo>
                    <a:pt x="6198469" y="2552699"/>
                  </a:lnTo>
                  <a:lnTo>
                    <a:pt x="6218499" y="2590799"/>
                  </a:lnTo>
                  <a:lnTo>
                    <a:pt x="6238217" y="2628899"/>
                  </a:lnTo>
                  <a:lnTo>
                    <a:pt x="6257621" y="2666999"/>
                  </a:lnTo>
                  <a:lnTo>
                    <a:pt x="6276710" y="2717799"/>
                  </a:lnTo>
                  <a:lnTo>
                    <a:pt x="6295482" y="2755899"/>
                  </a:lnTo>
                  <a:lnTo>
                    <a:pt x="6313936" y="2793999"/>
                  </a:lnTo>
                  <a:lnTo>
                    <a:pt x="6332070" y="2844799"/>
                  </a:lnTo>
                  <a:lnTo>
                    <a:pt x="6349882" y="2882899"/>
                  </a:lnTo>
                  <a:lnTo>
                    <a:pt x="6367372" y="2920999"/>
                  </a:lnTo>
                  <a:lnTo>
                    <a:pt x="6384537" y="2971799"/>
                  </a:lnTo>
                  <a:lnTo>
                    <a:pt x="6401376" y="3009899"/>
                  </a:lnTo>
                  <a:lnTo>
                    <a:pt x="6417888" y="3060699"/>
                  </a:lnTo>
                  <a:lnTo>
                    <a:pt x="6434071" y="3098799"/>
                  </a:lnTo>
                  <a:lnTo>
                    <a:pt x="6449923" y="3136899"/>
                  </a:lnTo>
                  <a:lnTo>
                    <a:pt x="6465443" y="3187699"/>
                  </a:lnTo>
                  <a:lnTo>
                    <a:pt x="6480630" y="3225799"/>
                  </a:lnTo>
                  <a:lnTo>
                    <a:pt x="6495481" y="3276599"/>
                  </a:lnTo>
                  <a:lnTo>
                    <a:pt x="6509996" y="3314699"/>
                  </a:lnTo>
                  <a:lnTo>
                    <a:pt x="6524173" y="3365499"/>
                  </a:lnTo>
                  <a:lnTo>
                    <a:pt x="6538010" y="3403599"/>
                  </a:lnTo>
                  <a:lnTo>
                    <a:pt x="6551506" y="3454399"/>
                  </a:lnTo>
                  <a:lnTo>
                    <a:pt x="6564659" y="3492499"/>
                  </a:lnTo>
                  <a:lnTo>
                    <a:pt x="6577468" y="3543299"/>
                  </a:lnTo>
                  <a:lnTo>
                    <a:pt x="6589931" y="3581399"/>
                  </a:lnTo>
                  <a:lnTo>
                    <a:pt x="6602047" y="3632199"/>
                  </a:lnTo>
                  <a:lnTo>
                    <a:pt x="6613814" y="3670299"/>
                  </a:lnTo>
                  <a:lnTo>
                    <a:pt x="6625231" y="3721099"/>
                  </a:lnTo>
                  <a:lnTo>
                    <a:pt x="6636296" y="3771899"/>
                  </a:lnTo>
                  <a:lnTo>
                    <a:pt x="6647008" y="3809999"/>
                  </a:lnTo>
                  <a:lnTo>
                    <a:pt x="6657364" y="3860799"/>
                  </a:lnTo>
                  <a:lnTo>
                    <a:pt x="6667365" y="3911599"/>
                  </a:lnTo>
                  <a:lnTo>
                    <a:pt x="6677007" y="3949699"/>
                  </a:lnTo>
                  <a:lnTo>
                    <a:pt x="6686290" y="4000499"/>
                  </a:lnTo>
                  <a:lnTo>
                    <a:pt x="6695212" y="4038599"/>
                  </a:lnTo>
                  <a:lnTo>
                    <a:pt x="6703771" y="4089399"/>
                  </a:lnTo>
                  <a:lnTo>
                    <a:pt x="6711966" y="4140199"/>
                  </a:lnTo>
                  <a:lnTo>
                    <a:pt x="6719796" y="4178299"/>
                  </a:lnTo>
                  <a:lnTo>
                    <a:pt x="6727259" y="4229099"/>
                  </a:lnTo>
                  <a:lnTo>
                    <a:pt x="6734353" y="4279899"/>
                  </a:lnTo>
                  <a:lnTo>
                    <a:pt x="6741076" y="4330699"/>
                  </a:lnTo>
                  <a:lnTo>
                    <a:pt x="6747429" y="4368799"/>
                  </a:lnTo>
                  <a:lnTo>
                    <a:pt x="6753408" y="4419599"/>
                  </a:lnTo>
                  <a:lnTo>
                    <a:pt x="6759012" y="4470399"/>
                  </a:lnTo>
                  <a:lnTo>
                    <a:pt x="6764240" y="4521199"/>
                  </a:lnTo>
                  <a:lnTo>
                    <a:pt x="6769091" y="4559299"/>
                  </a:lnTo>
                  <a:lnTo>
                    <a:pt x="6773562" y="4610099"/>
                  </a:lnTo>
                  <a:lnTo>
                    <a:pt x="6777652" y="4660899"/>
                  </a:lnTo>
                  <a:lnTo>
                    <a:pt x="6781360" y="4711699"/>
                  </a:lnTo>
                  <a:lnTo>
                    <a:pt x="6784684" y="4749799"/>
                  </a:lnTo>
                  <a:lnTo>
                    <a:pt x="6787623" y="4800599"/>
                  </a:lnTo>
                  <a:lnTo>
                    <a:pt x="6790175" y="4851399"/>
                  </a:lnTo>
                  <a:lnTo>
                    <a:pt x="6792338" y="4902199"/>
                  </a:lnTo>
                  <a:lnTo>
                    <a:pt x="6794112" y="4952999"/>
                  </a:lnTo>
                  <a:lnTo>
                    <a:pt x="6795494" y="5003799"/>
                  </a:lnTo>
                  <a:lnTo>
                    <a:pt x="6796483" y="5041899"/>
                  </a:lnTo>
                  <a:lnTo>
                    <a:pt x="6797077" y="5092699"/>
                  </a:lnTo>
                  <a:lnTo>
                    <a:pt x="6797276" y="5143499"/>
                  </a:lnTo>
                  <a:lnTo>
                    <a:pt x="6797077" y="5194299"/>
                  </a:lnTo>
                  <a:lnTo>
                    <a:pt x="6796483" y="5245099"/>
                  </a:lnTo>
                  <a:lnTo>
                    <a:pt x="6795494" y="5295899"/>
                  </a:lnTo>
                  <a:lnTo>
                    <a:pt x="6794112" y="5333999"/>
                  </a:lnTo>
                  <a:lnTo>
                    <a:pt x="6792338" y="5384799"/>
                  </a:lnTo>
                  <a:lnTo>
                    <a:pt x="6790175" y="5435599"/>
                  </a:lnTo>
                  <a:lnTo>
                    <a:pt x="6787623" y="5486399"/>
                  </a:lnTo>
                  <a:lnTo>
                    <a:pt x="6784684" y="5537199"/>
                  </a:lnTo>
                  <a:lnTo>
                    <a:pt x="6781360" y="5587999"/>
                  </a:lnTo>
                  <a:lnTo>
                    <a:pt x="6777652" y="5626099"/>
                  </a:lnTo>
                  <a:lnTo>
                    <a:pt x="6773562" y="5676899"/>
                  </a:lnTo>
                  <a:lnTo>
                    <a:pt x="6769091" y="5727699"/>
                  </a:lnTo>
                  <a:lnTo>
                    <a:pt x="6764240" y="5778499"/>
                  </a:lnTo>
                  <a:lnTo>
                    <a:pt x="6759012" y="5816599"/>
                  </a:lnTo>
                  <a:lnTo>
                    <a:pt x="6753408" y="5867399"/>
                  </a:lnTo>
                  <a:lnTo>
                    <a:pt x="6747429" y="5918199"/>
                  </a:lnTo>
                  <a:lnTo>
                    <a:pt x="6741076" y="5968999"/>
                  </a:lnTo>
                  <a:lnTo>
                    <a:pt x="6734353" y="6007099"/>
                  </a:lnTo>
                  <a:lnTo>
                    <a:pt x="6727259" y="6057899"/>
                  </a:lnTo>
                  <a:lnTo>
                    <a:pt x="6719796" y="6108699"/>
                  </a:lnTo>
                  <a:lnTo>
                    <a:pt x="6711966" y="6146799"/>
                  </a:lnTo>
                  <a:lnTo>
                    <a:pt x="6703771" y="6197599"/>
                  </a:lnTo>
                  <a:lnTo>
                    <a:pt x="6695212" y="6248399"/>
                  </a:lnTo>
                  <a:lnTo>
                    <a:pt x="6686290" y="6286499"/>
                  </a:lnTo>
                  <a:lnTo>
                    <a:pt x="6677007" y="6337299"/>
                  </a:lnTo>
                  <a:lnTo>
                    <a:pt x="6667365" y="6388099"/>
                  </a:lnTo>
                  <a:lnTo>
                    <a:pt x="6657364" y="6426199"/>
                  </a:lnTo>
                  <a:lnTo>
                    <a:pt x="6647008" y="6476999"/>
                  </a:lnTo>
                  <a:lnTo>
                    <a:pt x="6636296" y="6527799"/>
                  </a:lnTo>
                  <a:lnTo>
                    <a:pt x="6625231" y="6565899"/>
                  </a:lnTo>
                  <a:lnTo>
                    <a:pt x="6613814" y="6616699"/>
                  </a:lnTo>
                  <a:lnTo>
                    <a:pt x="6602047" y="6654799"/>
                  </a:lnTo>
                  <a:lnTo>
                    <a:pt x="6589931" y="6705599"/>
                  </a:lnTo>
                  <a:lnTo>
                    <a:pt x="6577468" y="6743699"/>
                  </a:lnTo>
                  <a:lnTo>
                    <a:pt x="6564659" y="6794499"/>
                  </a:lnTo>
                  <a:lnTo>
                    <a:pt x="6551506" y="6832599"/>
                  </a:lnTo>
                  <a:lnTo>
                    <a:pt x="6538010" y="6883399"/>
                  </a:lnTo>
                  <a:lnTo>
                    <a:pt x="6524173" y="6921499"/>
                  </a:lnTo>
                  <a:lnTo>
                    <a:pt x="6509996" y="6972299"/>
                  </a:lnTo>
                  <a:lnTo>
                    <a:pt x="6495481" y="7010399"/>
                  </a:lnTo>
                  <a:lnTo>
                    <a:pt x="6480630" y="7061199"/>
                  </a:lnTo>
                  <a:lnTo>
                    <a:pt x="6465443" y="7099299"/>
                  </a:lnTo>
                  <a:lnTo>
                    <a:pt x="6449923" y="7150099"/>
                  </a:lnTo>
                  <a:lnTo>
                    <a:pt x="6434071" y="7188199"/>
                  </a:lnTo>
                  <a:lnTo>
                    <a:pt x="6417888" y="7238999"/>
                  </a:lnTo>
                  <a:lnTo>
                    <a:pt x="6401376" y="7277099"/>
                  </a:lnTo>
                  <a:lnTo>
                    <a:pt x="6384537" y="7315199"/>
                  </a:lnTo>
                  <a:lnTo>
                    <a:pt x="6367372" y="7365999"/>
                  </a:lnTo>
                  <a:lnTo>
                    <a:pt x="6349882" y="7404099"/>
                  </a:lnTo>
                  <a:lnTo>
                    <a:pt x="6332070" y="7454899"/>
                  </a:lnTo>
                  <a:lnTo>
                    <a:pt x="6313936" y="7492999"/>
                  </a:lnTo>
                  <a:lnTo>
                    <a:pt x="6295482" y="7531099"/>
                  </a:lnTo>
                  <a:lnTo>
                    <a:pt x="6276710" y="7581899"/>
                  </a:lnTo>
                  <a:lnTo>
                    <a:pt x="6257621" y="7619999"/>
                  </a:lnTo>
                  <a:lnTo>
                    <a:pt x="6238217" y="7658099"/>
                  </a:lnTo>
                  <a:lnTo>
                    <a:pt x="6218499" y="7696199"/>
                  </a:lnTo>
                  <a:lnTo>
                    <a:pt x="6198469" y="7746999"/>
                  </a:lnTo>
                  <a:lnTo>
                    <a:pt x="6178128" y="7785099"/>
                  </a:lnTo>
                  <a:lnTo>
                    <a:pt x="6157478" y="7823199"/>
                  </a:lnTo>
                  <a:lnTo>
                    <a:pt x="6136520" y="7861299"/>
                  </a:lnTo>
                  <a:lnTo>
                    <a:pt x="6115256" y="7912099"/>
                  </a:lnTo>
                  <a:lnTo>
                    <a:pt x="6093688" y="7950199"/>
                  </a:lnTo>
                  <a:lnTo>
                    <a:pt x="6071816" y="7988299"/>
                  </a:lnTo>
                  <a:lnTo>
                    <a:pt x="6049643" y="8026399"/>
                  </a:lnTo>
                  <a:lnTo>
                    <a:pt x="6027170" y="8064499"/>
                  </a:lnTo>
                  <a:lnTo>
                    <a:pt x="6004398" y="8102599"/>
                  </a:lnTo>
                  <a:lnTo>
                    <a:pt x="5981329" y="8140699"/>
                  </a:lnTo>
                  <a:lnTo>
                    <a:pt x="5957965" y="8178799"/>
                  </a:lnTo>
                  <a:lnTo>
                    <a:pt x="5934307" y="8229599"/>
                  </a:lnTo>
                  <a:lnTo>
                    <a:pt x="5910356" y="8267699"/>
                  </a:lnTo>
                  <a:lnTo>
                    <a:pt x="5886114" y="8305799"/>
                  </a:lnTo>
                  <a:lnTo>
                    <a:pt x="5861583" y="8343899"/>
                  </a:lnTo>
                  <a:lnTo>
                    <a:pt x="5836765" y="8381999"/>
                  </a:lnTo>
                  <a:lnTo>
                    <a:pt x="5811659" y="8420099"/>
                  </a:lnTo>
                  <a:lnTo>
                    <a:pt x="5786269" y="8458199"/>
                  </a:lnTo>
                  <a:lnTo>
                    <a:pt x="5760596" y="8496299"/>
                  </a:lnTo>
                  <a:lnTo>
                    <a:pt x="5734641" y="8534399"/>
                  </a:lnTo>
                  <a:lnTo>
                    <a:pt x="5708406" y="8572499"/>
                  </a:lnTo>
                  <a:lnTo>
                    <a:pt x="5681892" y="8597899"/>
                  </a:lnTo>
                  <a:lnTo>
                    <a:pt x="5655101" y="8635999"/>
                  </a:lnTo>
                  <a:lnTo>
                    <a:pt x="5628034" y="8674099"/>
                  </a:lnTo>
                  <a:lnTo>
                    <a:pt x="5600693" y="8712199"/>
                  </a:lnTo>
                  <a:lnTo>
                    <a:pt x="5573079" y="8750299"/>
                  </a:lnTo>
                  <a:lnTo>
                    <a:pt x="5545194" y="8788399"/>
                  </a:lnTo>
                  <a:lnTo>
                    <a:pt x="5517040" y="8826499"/>
                  </a:lnTo>
                  <a:lnTo>
                    <a:pt x="5488618" y="8851899"/>
                  </a:lnTo>
                  <a:lnTo>
                    <a:pt x="5459929" y="8889999"/>
                  </a:lnTo>
                  <a:lnTo>
                    <a:pt x="5430975" y="8928099"/>
                  </a:lnTo>
                  <a:lnTo>
                    <a:pt x="5401757" y="8966199"/>
                  </a:lnTo>
                  <a:lnTo>
                    <a:pt x="5372278" y="8991599"/>
                  </a:lnTo>
                  <a:lnTo>
                    <a:pt x="5342538" y="9029699"/>
                  </a:lnTo>
                  <a:lnTo>
                    <a:pt x="5312539" y="9067799"/>
                  </a:lnTo>
                  <a:lnTo>
                    <a:pt x="5282283" y="9105899"/>
                  </a:lnTo>
                  <a:lnTo>
                    <a:pt x="5251771" y="9131299"/>
                  </a:lnTo>
                  <a:lnTo>
                    <a:pt x="5221005" y="9169399"/>
                  </a:lnTo>
                  <a:lnTo>
                    <a:pt x="5189985" y="9194799"/>
                  </a:lnTo>
                  <a:lnTo>
                    <a:pt x="5127195" y="9270999"/>
                  </a:lnTo>
                  <a:lnTo>
                    <a:pt x="5095426" y="9296399"/>
                  </a:lnTo>
                  <a:lnTo>
                    <a:pt x="5063411" y="9334499"/>
                  </a:lnTo>
                  <a:lnTo>
                    <a:pt x="5031150" y="9359899"/>
                  </a:lnTo>
                  <a:lnTo>
                    <a:pt x="4998646" y="9397999"/>
                  </a:lnTo>
                  <a:lnTo>
                    <a:pt x="4965900" y="9423399"/>
                  </a:lnTo>
                  <a:lnTo>
                    <a:pt x="4932913" y="9461499"/>
                  </a:lnTo>
                  <a:lnTo>
                    <a:pt x="4899687" y="9486899"/>
                  </a:lnTo>
                  <a:lnTo>
                    <a:pt x="4866223" y="9524999"/>
                  </a:lnTo>
                  <a:lnTo>
                    <a:pt x="4798589" y="9575799"/>
                  </a:lnTo>
                  <a:lnTo>
                    <a:pt x="4764422" y="9613899"/>
                  </a:lnTo>
                  <a:lnTo>
                    <a:pt x="4695394" y="9664699"/>
                  </a:lnTo>
                  <a:lnTo>
                    <a:pt x="4660537" y="9702799"/>
                  </a:lnTo>
                  <a:lnTo>
                    <a:pt x="4554610" y="9778999"/>
                  </a:lnTo>
                  <a:lnTo>
                    <a:pt x="4518855" y="9817099"/>
                  </a:lnTo>
                  <a:lnTo>
                    <a:pt x="4373639" y="9918699"/>
                  </a:lnTo>
                  <a:lnTo>
                    <a:pt x="4299736" y="9969499"/>
                  </a:lnTo>
                  <a:lnTo>
                    <a:pt x="4262467" y="10007599"/>
                  </a:lnTo>
                  <a:lnTo>
                    <a:pt x="4072997" y="10134599"/>
                  </a:lnTo>
                  <a:lnTo>
                    <a:pt x="4034489" y="10147299"/>
                  </a:lnTo>
                  <a:lnTo>
                    <a:pt x="3838966" y="10274299"/>
                  </a:lnTo>
                  <a:close/>
                </a:path>
              </a:pathLst>
            </a:custGeom>
            <a:solidFill>
              <a:srgbClr val="F59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920148"/>
              <a:ext cx="762000" cy="4657725"/>
            </a:xfrm>
            <a:custGeom>
              <a:avLst/>
              <a:gdLst/>
              <a:ahLst/>
              <a:cxnLst/>
              <a:rect l="l" t="t" r="r" b="b"/>
              <a:pathLst>
                <a:path w="762000" h="4657725">
                  <a:moveTo>
                    <a:pt x="761999" y="4657260"/>
                  </a:moveTo>
                  <a:lnTo>
                    <a:pt x="0" y="4657260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4657260"/>
                  </a:lnTo>
                  <a:close/>
                </a:path>
              </a:pathLst>
            </a:custGeom>
            <a:solidFill>
              <a:srgbClr val="BCCC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880351" y="1610422"/>
            <a:ext cx="866775" cy="866775"/>
          </a:xfrm>
          <a:custGeom>
            <a:avLst/>
            <a:gdLst/>
            <a:ahLst/>
            <a:cxnLst/>
            <a:rect l="l" t="t" r="r" b="b"/>
            <a:pathLst>
              <a:path w="866775" h="866775">
                <a:moveTo>
                  <a:pt x="433387" y="866774"/>
                </a:moveTo>
                <a:lnTo>
                  <a:pt x="386165" y="864231"/>
                </a:lnTo>
                <a:lnTo>
                  <a:pt x="340415" y="856778"/>
                </a:lnTo>
                <a:lnTo>
                  <a:pt x="296403" y="844680"/>
                </a:lnTo>
                <a:lnTo>
                  <a:pt x="254392" y="828201"/>
                </a:lnTo>
                <a:lnTo>
                  <a:pt x="214648" y="807604"/>
                </a:lnTo>
                <a:lnTo>
                  <a:pt x="177434" y="783156"/>
                </a:lnTo>
                <a:lnTo>
                  <a:pt x="143015" y="755119"/>
                </a:lnTo>
                <a:lnTo>
                  <a:pt x="111655" y="723759"/>
                </a:lnTo>
                <a:lnTo>
                  <a:pt x="83618" y="689340"/>
                </a:lnTo>
                <a:lnTo>
                  <a:pt x="59170" y="652126"/>
                </a:lnTo>
                <a:lnTo>
                  <a:pt x="38573" y="612381"/>
                </a:lnTo>
                <a:lnTo>
                  <a:pt x="22094" y="570371"/>
                </a:lnTo>
                <a:lnTo>
                  <a:pt x="9995" y="526359"/>
                </a:lnTo>
                <a:lnTo>
                  <a:pt x="2543" y="480609"/>
                </a:lnTo>
                <a:lnTo>
                  <a:pt x="0" y="433387"/>
                </a:lnTo>
                <a:lnTo>
                  <a:pt x="2543" y="386165"/>
                </a:lnTo>
                <a:lnTo>
                  <a:pt x="9995" y="340415"/>
                </a:lnTo>
                <a:lnTo>
                  <a:pt x="22094" y="296403"/>
                </a:lnTo>
                <a:lnTo>
                  <a:pt x="38573" y="254392"/>
                </a:lnTo>
                <a:lnTo>
                  <a:pt x="59170" y="214648"/>
                </a:lnTo>
                <a:lnTo>
                  <a:pt x="83618" y="177434"/>
                </a:lnTo>
                <a:lnTo>
                  <a:pt x="111655" y="143015"/>
                </a:lnTo>
                <a:lnTo>
                  <a:pt x="143015" y="111655"/>
                </a:lnTo>
                <a:lnTo>
                  <a:pt x="177434" y="83618"/>
                </a:lnTo>
                <a:lnTo>
                  <a:pt x="214648" y="59170"/>
                </a:lnTo>
                <a:lnTo>
                  <a:pt x="254392" y="38573"/>
                </a:lnTo>
                <a:lnTo>
                  <a:pt x="296403" y="22094"/>
                </a:lnTo>
                <a:lnTo>
                  <a:pt x="340415" y="9995"/>
                </a:lnTo>
                <a:lnTo>
                  <a:pt x="386165" y="2543"/>
                </a:lnTo>
                <a:lnTo>
                  <a:pt x="433387" y="0"/>
                </a:lnTo>
                <a:lnTo>
                  <a:pt x="480609" y="2543"/>
                </a:lnTo>
                <a:lnTo>
                  <a:pt x="526359" y="9995"/>
                </a:lnTo>
                <a:lnTo>
                  <a:pt x="570371" y="22094"/>
                </a:lnTo>
                <a:lnTo>
                  <a:pt x="612381" y="38573"/>
                </a:lnTo>
                <a:lnTo>
                  <a:pt x="652126" y="59170"/>
                </a:lnTo>
                <a:lnTo>
                  <a:pt x="689340" y="83618"/>
                </a:lnTo>
                <a:lnTo>
                  <a:pt x="723759" y="111655"/>
                </a:lnTo>
                <a:lnTo>
                  <a:pt x="755119" y="143015"/>
                </a:lnTo>
                <a:lnTo>
                  <a:pt x="783156" y="177434"/>
                </a:lnTo>
                <a:lnTo>
                  <a:pt x="807604" y="214648"/>
                </a:lnTo>
                <a:lnTo>
                  <a:pt x="828201" y="254392"/>
                </a:lnTo>
                <a:lnTo>
                  <a:pt x="844680" y="296403"/>
                </a:lnTo>
                <a:lnTo>
                  <a:pt x="856778" y="340415"/>
                </a:lnTo>
                <a:lnTo>
                  <a:pt x="864231" y="386165"/>
                </a:lnTo>
                <a:lnTo>
                  <a:pt x="866774" y="433387"/>
                </a:lnTo>
                <a:lnTo>
                  <a:pt x="864231" y="480609"/>
                </a:lnTo>
                <a:lnTo>
                  <a:pt x="856778" y="526359"/>
                </a:lnTo>
                <a:lnTo>
                  <a:pt x="844680" y="570371"/>
                </a:lnTo>
                <a:lnTo>
                  <a:pt x="828201" y="612381"/>
                </a:lnTo>
                <a:lnTo>
                  <a:pt x="807604" y="652126"/>
                </a:lnTo>
                <a:lnTo>
                  <a:pt x="783156" y="689340"/>
                </a:lnTo>
                <a:lnTo>
                  <a:pt x="755119" y="723759"/>
                </a:lnTo>
                <a:lnTo>
                  <a:pt x="723759" y="755119"/>
                </a:lnTo>
                <a:lnTo>
                  <a:pt x="689340" y="783156"/>
                </a:lnTo>
                <a:lnTo>
                  <a:pt x="652126" y="807604"/>
                </a:lnTo>
                <a:lnTo>
                  <a:pt x="612381" y="828201"/>
                </a:lnTo>
                <a:lnTo>
                  <a:pt x="570371" y="844680"/>
                </a:lnTo>
                <a:lnTo>
                  <a:pt x="526359" y="856778"/>
                </a:lnTo>
                <a:lnTo>
                  <a:pt x="480609" y="864231"/>
                </a:lnTo>
                <a:lnTo>
                  <a:pt x="433387" y="866774"/>
                </a:lnTo>
                <a:close/>
              </a:path>
            </a:pathLst>
          </a:custGeom>
          <a:solidFill>
            <a:srgbClr val="7EB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52632" y="3765520"/>
            <a:ext cx="3180715" cy="1174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1490" marR="655320" algn="ctr">
              <a:lnSpc>
                <a:spcPct val="116599"/>
              </a:lnSpc>
              <a:spcBef>
                <a:spcPts val="100"/>
              </a:spcBef>
            </a:pPr>
            <a:r>
              <a:rPr lang="fr-FR" sz="7200" b="1" spc="-180" dirty="0" smtClean="0">
                <a:latin typeface="Tahoma"/>
                <a:cs typeface="Tahoma"/>
              </a:rPr>
              <a:t>Plan</a:t>
            </a:r>
            <a:endParaRPr sz="72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80351" y="2826033"/>
            <a:ext cx="866775" cy="866775"/>
          </a:xfrm>
          <a:custGeom>
            <a:avLst/>
            <a:gdLst/>
            <a:ahLst/>
            <a:cxnLst/>
            <a:rect l="l" t="t" r="r" b="b"/>
            <a:pathLst>
              <a:path w="866775" h="866775">
                <a:moveTo>
                  <a:pt x="433387" y="866774"/>
                </a:moveTo>
                <a:lnTo>
                  <a:pt x="386165" y="864231"/>
                </a:lnTo>
                <a:lnTo>
                  <a:pt x="340415" y="856778"/>
                </a:lnTo>
                <a:lnTo>
                  <a:pt x="296403" y="844680"/>
                </a:lnTo>
                <a:lnTo>
                  <a:pt x="254392" y="828201"/>
                </a:lnTo>
                <a:lnTo>
                  <a:pt x="214648" y="807604"/>
                </a:lnTo>
                <a:lnTo>
                  <a:pt x="177434" y="783156"/>
                </a:lnTo>
                <a:lnTo>
                  <a:pt x="143015" y="755119"/>
                </a:lnTo>
                <a:lnTo>
                  <a:pt x="111655" y="723759"/>
                </a:lnTo>
                <a:lnTo>
                  <a:pt x="83618" y="689340"/>
                </a:lnTo>
                <a:lnTo>
                  <a:pt x="59170" y="652126"/>
                </a:lnTo>
                <a:lnTo>
                  <a:pt x="38573" y="612381"/>
                </a:lnTo>
                <a:lnTo>
                  <a:pt x="22094" y="570371"/>
                </a:lnTo>
                <a:lnTo>
                  <a:pt x="9995" y="526359"/>
                </a:lnTo>
                <a:lnTo>
                  <a:pt x="2543" y="480609"/>
                </a:lnTo>
                <a:lnTo>
                  <a:pt x="0" y="433387"/>
                </a:lnTo>
                <a:lnTo>
                  <a:pt x="2543" y="386165"/>
                </a:lnTo>
                <a:lnTo>
                  <a:pt x="9995" y="340415"/>
                </a:lnTo>
                <a:lnTo>
                  <a:pt x="22094" y="296403"/>
                </a:lnTo>
                <a:lnTo>
                  <a:pt x="38573" y="254392"/>
                </a:lnTo>
                <a:lnTo>
                  <a:pt x="59170" y="214648"/>
                </a:lnTo>
                <a:lnTo>
                  <a:pt x="83618" y="177434"/>
                </a:lnTo>
                <a:lnTo>
                  <a:pt x="111655" y="143015"/>
                </a:lnTo>
                <a:lnTo>
                  <a:pt x="143015" y="111655"/>
                </a:lnTo>
                <a:lnTo>
                  <a:pt x="177434" y="83618"/>
                </a:lnTo>
                <a:lnTo>
                  <a:pt x="214648" y="59170"/>
                </a:lnTo>
                <a:lnTo>
                  <a:pt x="254392" y="38573"/>
                </a:lnTo>
                <a:lnTo>
                  <a:pt x="296403" y="22094"/>
                </a:lnTo>
                <a:lnTo>
                  <a:pt x="340415" y="9995"/>
                </a:lnTo>
                <a:lnTo>
                  <a:pt x="386165" y="2543"/>
                </a:lnTo>
                <a:lnTo>
                  <a:pt x="433387" y="0"/>
                </a:lnTo>
                <a:lnTo>
                  <a:pt x="480609" y="2543"/>
                </a:lnTo>
                <a:lnTo>
                  <a:pt x="526359" y="9995"/>
                </a:lnTo>
                <a:lnTo>
                  <a:pt x="570371" y="22094"/>
                </a:lnTo>
                <a:lnTo>
                  <a:pt x="612381" y="38573"/>
                </a:lnTo>
                <a:lnTo>
                  <a:pt x="652126" y="59170"/>
                </a:lnTo>
                <a:lnTo>
                  <a:pt x="689340" y="83618"/>
                </a:lnTo>
                <a:lnTo>
                  <a:pt x="723759" y="111655"/>
                </a:lnTo>
                <a:lnTo>
                  <a:pt x="755119" y="143015"/>
                </a:lnTo>
                <a:lnTo>
                  <a:pt x="783156" y="177434"/>
                </a:lnTo>
                <a:lnTo>
                  <a:pt x="807604" y="214648"/>
                </a:lnTo>
                <a:lnTo>
                  <a:pt x="828201" y="254392"/>
                </a:lnTo>
                <a:lnTo>
                  <a:pt x="844680" y="296403"/>
                </a:lnTo>
                <a:lnTo>
                  <a:pt x="856778" y="340415"/>
                </a:lnTo>
                <a:lnTo>
                  <a:pt x="864231" y="386165"/>
                </a:lnTo>
                <a:lnTo>
                  <a:pt x="866774" y="433387"/>
                </a:lnTo>
                <a:lnTo>
                  <a:pt x="864231" y="480609"/>
                </a:lnTo>
                <a:lnTo>
                  <a:pt x="856778" y="526359"/>
                </a:lnTo>
                <a:lnTo>
                  <a:pt x="844680" y="570371"/>
                </a:lnTo>
                <a:lnTo>
                  <a:pt x="828201" y="612381"/>
                </a:lnTo>
                <a:lnTo>
                  <a:pt x="807604" y="652126"/>
                </a:lnTo>
                <a:lnTo>
                  <a:pt x="783156" y="689340"/>
                </a:lnTo>
                <a:lnTo>
                  <a:pt x="755119" y="723759"/>
                </a:lnTo>
                <a:lnTo>
                  <a:pt x="723759" y="755119"/>
                </a:lnTo>
                <a:lnTo>
                  <a:pt x="689340" y="783156"/>
                </a:lnTo>
                <a:lnTo>
                  <a:pt x="652126" y="807604"/>
                </a:lnTo>
                <a:lnTo>
                  <a:pt x="612381" y="828201"/>
                </a:lnTo>
                <a:lnTo>
                  <a:pt x="570371" y="844680"/>
                </a:lnTo>
                <a:lnTo>
                  <a:pt x="526359" y="856778"/>
                </a:lnTo>
                <a:lnTo>
                  <a:pt x="480609" y="864231"/>
                </a:lnTo>
                <a:lnTo>
                  <a:pt x="433387" y="866774"/>
                </a:lnTo>
                <a:close/>
              </a:path>
            </a:pathLst>
          </a:custGeom>
          <a:solidFill>
            <a:srgbClr val="7EB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54735" y="3921192"/>
            <a:ext cx="866775" cy="866775"/>
          </a:xfrm>
          <a:custGeom>
            <a:avLst/>
            <a:gdLst/>
            <a:ahLst/>
            <a:cxnLst/>
            <a:rect l="l" t="t" r="r" b="b"/>
            <a:pathLst>
              <a:path w="866775" h="866775">
                <a:moveTo>
                  <a:pt x="433387" y="866774"/>
                </a:moveTo>
                <a:lnTo>
                  <a:pt x="386165" y="864231"/>
                </a:lnTo>
                <a:lnTo>
                  <a:pt x="340415" y="856778"/>
                </a:lnTo>
                <a:lnTo>
                  <a:pt x="296403" y="844680"/>
                </a:lnTo>
                <a:lnTo>
                  <a:pt x="254392" y="828201"/>
                </a:lnTo>
                <a:lnTo>
                  <a:pt x="214648" y="807604"/>
                </a:lnTo>
                <a:lnTo>
                  <a:pt x="177434" y="783156"/>
                </a:lnTo>
                <a:lnTo>
                  <a:pt x="143015" y="755119"/>
                </a:lnTo>
                <a:lnTo>
                  <a:pt x="111655" y="723759"/>
                </a:lnTo>
                <a:lnTo>
                  <a:pt x="83618" y="689340"/>
                </a:lnTo>
                <a:lnTo>
                  <a:pt x="59170" y="652126"/>
                </a:lnTo>
                <a:lnTo>
                  <a:pt x="38573" y="612381"/>
                </a:lnTo>
                <a:lnTo>
                  <a:pt x="22094" y="570371"/>
                </a:lnTo>
                <a:lnTo>
                  <a:pt x="9995" y="526359"/>
                </a:lnTo>
                <a:lnTo>
                  <a:pt x="2543" y="480609"/>
                </a:lnTo>
                <a:lnTo>
                  <a:pt x="0" y="433387"/>
                </a:lnTo>
                <a:lnTo>
                  <a:pt x="2543" y="386165"/>
                </a:lnTo>
                <a:lnTo>
                  <a:pt x="9995" y="340415"/>
                </a:lnTo>
                <a:lnTo>
                  <a:pt x="22094" y="296403"/>
                </a:lnTo>
                <a:lnTo>
                  <a:pt x="38573" y="254392"/>
                </a:lnTo>
                <a:lnTo>
                  <a:pt x="59170" y="214648"/>
                </a:lnTo>
                <a:lnTo>
                  <a:pt x="83618" y="177434"/>
                </a:lnTo>
                <a:lnTo>
                  <a:pt x="111655" y="143015"/>
                </a:lnTo>
                <a:lnTo>
                  <a:pt x="143015" y="111655"/>
                </a:lnTo>
                <a:lnTo>
                  <a:pt x="177434" y="83618"/>
                </a:lnTo>
                <a:lnTo>
                  <a:pt x="214648" y="59170"/>
                </a:lnTo>
                <a:lnTo>
                  <a:pt x="254392" y="38573"/>
                </a:lnTo>
                <a:lnTo>
                  <a:pt x="296403" y="22094"/>
                </a:lnTo>
                <a:lnTo>
                  <a:pt x="340415" y="9995"/>
                </a:lnTo>
                <a:lnTo>
                  <a:pt x="386165" y="2543"/>
                </a:lnTo>
                <a:lnTo>
                  <a:pt x="433387" y="0"/>
                </a:lnTo>
                <a:lnTo>
                  <a:pt x="480609" y="2543"/>
                </a:lnTo>
                <a:lnTo>
                  <a:pt x="526359" y="9995"/>
                </a:lnTo>
                <a:lnTo>
                  <a:pt x="570371" y="22094"/>
                </a:lnTo>
                <a:lnTo>
                  <a:pt x="612381" y="38573"/>
                </a:lnTo>
                <a:lnTo>
                  <a:pt x="652126" y="59170"/>
                </a:lnTo>
                <a:lnTo>
                  <a:pt x="689340" y="83618"/>
                </a:lnTo>
                <a:lnTo>
                  <a:pt x="723759" y="111655"/>
                </a:lnTo>
                <a:lnTo>
                  <a:pt x="755119" y="143015"/>
                </a:lnTo>
                <a:lnTo>
                  <a:pt x="783156" y="177434"/>
                </a:lnTo>
                <a:lnTo>
                  <a:pt x="807604" y="214648"/>
                </a:lnTo>
                <a:lnTo>
                  <a:pt x="828201" y="254392"/>
                </a:lnTo>
                <a:lnTo>
                  <a:pt x="844680" y="296403"/>
                </a:lnTo>
                <a:lnTo>
                  <a:pt x="856778" y="340415"/>
                </a:lnTo>
                <a:lnTo>
                  <a:pt x="864231" y="386165"/>
                </a:lnTo>
                <a:lnTo>
                  <a:pt x="866774" y="433387"/>
                </a:lnTo>
                <a:lnTo>
                  <a:pt x="864231" y="480609"/>
                </a:lnTo>
                <a:lnTo>
                  <a:pt x="856778" y="526359"/>
                </a:lnTo>
                <a:lnTo>
                  <a:pt x="844680" y="570371"/>
                </a:lnTo>
                <a:lnTo>
                  <a:pt x="828201" y="612381"/>
                </a:lnTo>
                <a:lnTo>
                  <a:pt x="807604" y="652126"/>
                </a:lnTo>
                <a:lnTo>
                  <a:pt x="783156" y="689340"/>
                </a:lnTo>
                <a:lnTo>
                  <a:pt x="755119" y="723759"/>
                </a:lnTo>
                <a:lnTo>
                  <a:pt x="723759" y="755119"/>
                </a:lnTo>
                <a:lnTo>
                  <a:pt x="689340" y="783156"/>
                </a:lnTo>
                <a:lnTo>
                  <a:pt x="652126" y="807604"/>
                </a:lnTo>
                <a:lnTo>
                  <a:pt x="612381" y="828201"/>
                </a:lnTo>
                <a:lnTo>
                  <a:pt x="570371" y="844680"/>
                </a:lnTo>
                <a:lnTo>
                  <a:pt x="526359" y="856778"/>
                </a:lnTo>
                <a:lnTo>
                  <a:pt x="480609" y="864231"/>
                </a:lnTo>
                <a:lnTo>
                  <a:pt x="433387" y="866774"/>
                </a:lnTo>
                <a:close/>
              </a:path>
            </a:pathLst>
          </a:custGeom>
          <a:solidFill>
            <a:srgbClr val="7EB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40677" y="4953031"/>
            <a:ext cx="866775" cy="866775"/>
          </a:xfrm>
          <a:custGeom>
            <a:avLst/>
            <a:gdLst/>
            <a:ahLst/>
            <a:cxnLst/>
            <a:rect l="l" t="t" r="r" b="b"/>
            <a:pathLst>
              <a:path w="866775" h="866775">
                <a:moveTo>
                  <a:pt x="433387" y="866774"/>
                </a:moveTo>
                <a:lnTo>
                  <a:pt x="386165" y="864231"/>
                </a:lnTo>
                <a:lnTo>
                  <a:pt x="340415" y="856778"/>
                </a:lnTo>
                <a:lnTo>
                  <a:pt x="296403" y="844680"/>
                </a:lnTo>
                <a:lnTo>
                  <a:pt x="254392" y="828201"/>
                </a:lnTo>
                <a:lnTo>
                  <a:pt x="214648" y="807604"/>
                </a:lnTo>
                <a:lnTo>
                  <a:pt x="177434" y="783156"/>
                </a:lnTo>
                <a:lnTo>
                  <a:pt x="143015" y="755119"/>
                </a:lnTo>
                <a:lnTo>
                  <a:pt x="111655" y="723759"/>
                </a:lnTo>
                <a:lnTo>
                  <a:pt x="83618" y="689340"/>
                </a:lnTo>
                <a:lnTo>
                  <a:pt x="59170" y="652126"/>
                </a:lnTo>
                <a:lnTo>
                  <a:pt x="38573" y="612381"/>
                </a:lnTo>
                <a:lnTo>
                  <a:pt x="22094" y="570371"/>
                </a:lnTo>
                <a:lnTo>
                  <a:pt x="9995" y="526359"/>
                </a:lnTo>
                <a:lnTo>
                  <a:pt x="2543" y="480609"/>
                </a:lnTo>
                <a:lnTo>
                  <a:pt x="0" y="433387"/>
                </a:lnTo>
                <a:lnTo>
                  <a:pt x="2543" y="386165"/>
                </a:lnTo>
                <a:lnTo>
                  <a:pt x="9995" y="340415"/>
                </a:lnTo>
                <a:lnTo>
                  <a:pt x="22094" y="296403"/>
                </a:lnTo>
                <a:lnTo>
                  <a:pt x="38573" y="254392"/>
                </a:lnTo>
                <a:lnTo>
                  <a:pt x="59170" y="214648"/>
                </a:lnTo>
                <a:lnTo>
                  <a:pt x="83618" y="177434"/>
                </a:lnTo>
                <a:lnTo>
                  <a:pt x="111655" y="143015"/>
                </a:lnTo>
                <a:lnTo>
                  <a:pt x="143015" y="111655"/>
                </a:lnTo>
                <a:lnTo>
                  <a:pt x="177434" y="83618"/>
                </a:lnTo>
                <a:lnTo>
                  <a:pt x="214648" y="59170"/>
                </a:lnTo>
                <a:lnTo>
                  <a:pt x="254392" y="38573"/>
                </a:lnTo>
                <a:lnTo>
                  <a:pt x="296403" y="22094"/>
                </a:lnTo>
                <a:lnTo>
                  <a:pt x="340415" y="9995"/>
                </a:lnTo>
                <a:lnTo>
                  <a:pt x="386165" y="2543"/>
                </a:lnTo>
                <a:lnTo>
                  <a:pt x="433387" y="0"/>
                </a:lnTo>
                <a:lnTo>
                  <a:pt x="480609" y="2543"/>
                </a:lnTo>
                <a:lnTo>
                  <a:pt x="526359" y="9995"/>
                </a:lnTo>
                <a:lnTo>
                  <a:pt x="570371" y="22094"/>
                </a:lnTo>
                <a:lnTo>
                  <a:pt x="612381" y="38573"/>
                </a:lnTo>
                <a:lnTo>
                  <a:pt x="652126" y="59170"/>
                </a:lnTo>
                <a:lnTo>
                  <a:pt x="689340" y="83618"/>
                </a:lnTo>
                <a:lnTo>
                  <a:pt x="723759" y="111655"/>
                </a:lnTo>
                <a:lnTo>
                  <a:pt x="755119" y="143015"/>
                </a:lnTo>
                <a:lnTo>
                  <a:pt x="783156" y="177434"/>
                </a:lnTo>
                <a:lnTo>
                  <a:pt x="807604" y="214648"/>
                </a:lnTo>
                <a:lnTo>
                  <a:pt x="828201" y="254392"/>
                </a:lnTo>
                <a:lnTo>
                  <a:pt x="844680" y="296403"/>
                </a:lnTo>
                <a:lnTo>
                  <a:pt x="856778" y="340415"/>
                </a:lnTo>
                <a:lnTo>
                  <a:pt x="864231" y="386165"/>
                </a:lnTo>
                <a:lnTo>
                  <a:pt x="866774" y="433387"/>
                </a:lnTo>
                <a:lnTo>
                  <a:pt x="864231" y="480609"/>
                </a:lnTo>
                <a:lnTo>
                  <a:pt x="856778" y="526359"/>
                </a:lnTo>
                <a:lnTo>
                  <a:pt x="844680" y="570371"/>
                </a:lnTo>
                <a:lnTo>
                  <a:pt x="828201" y="612381"/>
                </a:lnTo>
                <a:lnTo>
                  <a:pt x="807604" y="652126"/>
                </a:lnTo>
                <a:lnTo>
                  <a:pt x="783156" y="689340"/>
                </a:lnTo>
                <a:lnTo>
                  <a:pt x="755119" y="723759"/>
                </a:lnTo>
                <a:lnTo>
                  <a:pt x="723759" y="755119"/>
                </a:lnTo>
                <a:lnTo>
                  <a:pt x="689340" y="783156"/>
                </a:lnTo>
                <a:lnTo>
                  <a:pt x="652126" y="807604"/>
                </a:lnTo>
                <a:lnTo>
                  <a:pt x="612381" y="828201"/>
                </a:lnTo>
                <a:lnTo>
                  <a:pt x="570371" y="844680"/>
                </a:lnTo>
                <a:lnTo>
                  <a:pt x="526359" y="856778"/>
                </a:lnTo>
                <a:lnTo>
                  <a:pt x="480609" y="864231"/>
                </a:lnTo>
                <a:lnTo>
                  <a:pt x="433387" y="866774"/>
                </a:lnTo>
                <a:close/>
              </a:path>
            </a:pathLst>
          </a:custGeom>
          <a:solidFill>
            <a:srgbClr val="7EB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80351" y="6003578"/>
            <a:ext cx="866775" cy="866775"/>
          </a:xfrm>
          <a:custGeom>
            <a:avLst/>
            <a:gdLst/>
            <a:ahLst/>
            <a:cxnLst/>
            <a:rect l="l" t="t" r="r" b="b"/>
            <a:pathLst>
              <a:path w="866775" h="866775">
                <a:moveTo>
                  <a:pt x="433387" y="866774"/>
                </a:moveTo>
                <a:lnTo>
                  <a:pt x="386165" y="864231"/>
                </a:lnTo>
                <a:lnTo>
                  <a:pt x="340415" y="856778"/>
                </a:lnTo>
                <a:lnTo>
                  <a:pt x="296403" y="844680"/>
                </a:lnTo>
                <a:lnTo>
                  <a:pt x="254392" y="828201"/>
                </a:lnTo>
                <a:lnTo>
                  <a:pt x="214648" y="807604"/>
                </a:lnTo>
                <a:lnTo>
                  <a:pt x="177434" y="783156"/>
                </a:lnTo>
                <a:lnTo>
                  <a:pt x="143015" y="755119"/>
                </a:lnTo>
                <a:lnTo>
                  <a:pt x="111655" y="723759"/>
                </a:lnTo>
                <a:lnTo>
                  <a:pt x="83618" y="689340"/>
                </a:lnTo>
                <a:lnTo>
                  <a:pt x="59170" y="652126"/>
                </a:lnTo>
                <a:lnTo>
                  <a:pt x="38573" y="612381"/>
                </a:lnTo>
                <a:lnTo>
                  <a:pt x="22094" y="570371"/>
                </a:lnTo>
                <a:lnTo>
                  <a:pt x="9995" y="526359"/>
                </a:lnTo>
                <a:lnTo>
                  <a:pt x="2543" y="480609"/>
                </a:lnTo>
                <a:lnTo>
                  <a:pt x="0" y="433387"/>
                </a:lnTo>
                <a:lnTo>
                  <a:pt x="2543" y="386165"/>
                </a:lnTo>
                <a:lnTo>
                  <a:pt x="9995" y="340415"/>
                </a:lnTo>
                <a:lnTo>
                  <a:pt x="22094" y="296403"/>
                </a:lnTo>
                <a:lnTo>
                  <a:pt x="38573" y="254392"/>
                </a:lnTo>
                <a:lnTo>
                  <a:pt x="59170" y="214648"/>
                </a:lnTo>
                <a:lnTo>
                  <a:pt x="83618" y="177434"/>
                </a:lnTo>
                <a:lnTo>
                  <a:pt x="111655" y="143015"/>
                </a:lnTo>
                <a:lnTo>
                  <a:pt x="143015" y="111655"/>
                </a:lnTo>
                <a:lnTo>
                  <a:pt x="177434" y="83618"/>
                </a:lnTo>
                <a:lnTo>
                  <a:pt x="214648" y="59170"/>
                </a:lnTo>
                <a:lnTo>
                  <a:pt x="254392" y="38573"/>
                </a:lnTo>
                <a:lnTo>
                  <a:pt x="296403" y="22094"/>
                </a:lnTo>
                <a:lnTo>
                  <a:pt x="340415" y="9995"/>
                </a:lnTo>
                <a:lnTo>
                  <a:pt x="386165" y="2543"/>
                </a:lnTo>
                <a:lnTo>
                  <a:pt x="433387" y="0"/>
                </a:lnTo>
                <a:lnTo>
                  <a:pt x="480609" y="2543"/>
                </a:lnTo>
                <a:lnTo>
                  <a:pt x="526359" y="9995"/>
                </a:lnTo>
                <a:lnTo>
                  <a:pt x="570371" y="22094"/>
                </a:lnTo>
                <a:lnTo>
                  <a:pt x="612381" y="38573"/>
                </a:lnTo>
                <a:lnTo>
                  <a:pt x="652126" y="59170"/>
                </a:lnTo>
                <a:lnTo>
                  <a:pt x="689340" y="83618"/>
                </a:lnTo>
                <a:lnTo>
                  <a:pt x="723759" y="111655"/>
                </a:lnTo>
                <a:lnTo>
                  <a:pt x="755119" y="143015"/>
                </a:lnTo>
                <a:lnTo>
                  <a:pt x="783156" y="177434"/>
                </a:lnTo>
                <a:lnTo>
                  <a:pt x="807604" y="214648"/>
                </a:lnTo>
                <a:lnTo>
                  <a:pt x="828201" y="254392"/>
                </a:lnTo>
                <a:lnTo>
                  <a:pt x="844680" y="296403"/>
                </a:lnTo>
                <a:lnTo>
                  <a:pt x="856778" y="340415"/>
                </a:lnTo>
                <a:lnTo>
                  <a:pt x="864231" y="386165"/>
                </a:lnTo>
                <a:lnTo>
                  <a:pt x="866774" y="433387"/>
                </a:lnTo>
                <a:lnTo>
                  <a:pt x="864231" y="480609"/>
                </a:lnTo>
                <a:lnTo>
                  <a:pt x="856778" y="526359"/>
                </a:lnTo>
                <a:lnTo>
                  <a:pt x="844680" y="570371"/>
                </a:lnTo>
                <a:lnTo>
                  <a:pt x="828201" y="612381"/>
                </a:lnTo>
                <a:lnTo>
                  <a:pt x="807604" y="652126"/>
                </a:lnTo>
                <a:lnTo>
                  <a:pt x="783156" y="689340"/>
                </a:lnTo>
                <a:lnTo>
                  <a:pt x="755119" y="723759"/>
                </a:lnTo>
                <a:lnTo>
                  <a:pt x="723759" y="755119"/>
                </a:lnTo>
                <a:lnTo>
                  <a:pt x="689340" y="783156"/>
                </a:lnTo>
                <a:lnTo>
                  <a:pt x="652126" y="807604"/>
                </a:lnTo>
                <a:lnTo>
                  <a:pt x="612381" y="828201"/>
                </a:lnTo>
                <a:lnTo>
                  <a:pt x="570371" y="844680"/>
                </a:lnTo>
                <a:lnTo>
                  <a:pt x="526359" y="856778"/>
                </a:lnTo>
                <a:lnTo>
                  <a:pt x="480609" y="864231"/>
                </a:lnTo>
                <a:lnTo>
                  <a:pt x="433387" y="866774"/>
                </a:lnTo>
                <a:close/>
              </a:path>
            </a:pathLst>
          </a:custGeom>
          <a:solidFill>
            <a:srgbClr val="7EB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71518" y="7035417"/>
            <a:ext cx="866775" cy="866775"/>
          </a:xfrm>
          <a:custGeom>
            <a:avLst/>
            <a:gdLst/>
            <a:ahLst/>
            <a:cxnLst/>
            <a:rect l="l" t="t" r="r" b="b"/>
            <a:pathLst>
              <a:path w="866775" h="866775">
                <a:moveTo>
                  <a:pt x="433387" y="866774"/>
                </a:moveTo>
                <a:lnTo>
                  <a:pt x="386165" y="864231"/>
                </a:lnTo>
                <a:lnTo>
                  <a:pt x="340415" y="856778"/>
                </a:lnTo>
                <a:lnTo>
                  <a:pt x="296403" y="844680"/>
                </a:lnTo>
                <a:lnTo>
                  <a:pt x="254392" y="828201"/>
                </a:lnTo>
                <a:lnTo>
                  <a:pt x="214648" y="807604"/>
                </a:lnTo>
                <a:lnTo>
                  <a:pt x="177434" y="783156"/>
                </a:lnTo>
                <a:lnTo>
                  <a:pt x="143015" y="755119"/>
                </a:lnTo>
                <a:lnTo>
                  <a:pt x="111655" y="723759"/>
                </a:lnTo>
                <a:lnTo>
                  <a:pt x="83618" y="689340"/>
                </a:lnTo>
                <a:lnTo>
                  <a:pt x="59170" y="652126"/>
                </a:lnTo>
                <a:lnTo>
                  <a:pt x="38573" y="612381"/>
                </a:lnTo>
                <a:lnTo>
                  <a:pt x="22094" y="570371"/>
                </a:lnTo>
                <a:lnTo>
                  <a:pt x="9995" y="526359"/>
                </a:lnTo>
                <a:lnTo>
                  <a:pt x="2543" y="480609"/>
                </a:lnTo>
                <a:lnTo>
                  <a:pt x="0" y="433387"/>
                </a:lnTo>
                <a:lnTo>
                  <a:pt x="2543" y="386165"/>
                </a:lnTo>
                <a:lnTo>
                  <a:pt x="9995" y="340415"/>
                </a:lnTo>
                <a:lnTo>
                  <a:pt x="22094" y="296403"/>
                </a:lnTo>
                <a:lnTo>
                  <a:pt x="38573" y="254392"/>
                </a:lnTo>
                <a:lnTo>
                  <a:pt x="59170" y="214648"/>
                </a:lnTo>
                <a:lnTo>
                  <a:pt x="83618" y="177434"/>
                </a:lnTo>
                <a:lnTo>
                  <a:pt x="111655" y="143015"/>
                </a:lnTo>
                <a:lnTo>
                  <a:pt x="143015" y="111655"/>
                </a:lnTo>
                <a:lnTo>
                  <a:pt x="177434" y="83618"/>
                </a:lnTo>
                <a:lnTo>
                  <a:pt x="214648" y="59170"/>
                </a:lnTo>
                <a:lnTo>
                  <a:pt x="254392" y="38573"/>
                </a:lnTo>
                <a:lnTo>
                  <a:pt x="296403" y="22094"/>
                </a:lnTo>
                <a:lnTo>
                  <a:pt x="340415" y="9995"/>
                </a:lnTo>
                <a:lnTo>
                  <a:pt x="386165" y="2543"/>
                </a:lnTo>
                <a:lnTo>
                  <a:pt x="433387" y="0"/>
                </a:lnTo>
                <a:lnTo>
                  <a:pt x="480609" y="2543"/>
                </a:lnTo>
                <a:lnTo>
                  <a:pt x="526359" y="9995"/>
                </a:lnTo>
                <a:lnTo>
                  <a:pt x="570371" y="22094"/>
                </a:lnTo>
                <a:lnTo>
                  <a:pt x="612381" y="38573"/>
                </a:lnTo>
                <a:lnTo>
                  <a:pt x="652126" y="59170"/>
                </a:lnTo>
                <a:lnTo>
                  <a:pt x="689340" y="83618"/>
                </a:lnTo>
                <a:lnTo>
                  <a:pt x="723759" y="111655"/>
                </a:lnTo>
                <a:lnTo>
                  <a:pt x="755119" y="143015"/>
                </a:lnTo>
                <a:lnTo>
                  <a:pt x="783156" y="177434"/>
                </a:lnTo>
                <a:lnTo>
                  <a:pt x="807604" y="214648"/>
                </a:lnTo>
                <a:lnTo>
                  <a:pt x="828201" y="254392"/>
                </a:lnTo>
                <a:lnTo>
                  <a:pt x="844680" y="296403"/>
                </a:lnTo>
                <a:lnTo>
                  <a:pt x="856778" y="340415"/>
                </a:lnTo>
                <a:lnTo>
                  <a:pt x="864231" y="386165"/>
                </a:lnTo>
                <a:lnTo>
                  <a:pt x="866774" y="433387"/>
                </a:lnTo>
                <a:lnTo>
                  <a:pt x="864231" y="480609"/>
                </a:lnTo>
                <a:lnTo>
                  <a:pt x="856778" y="526359"/>
                </a:lnTo>
                <a:lnTo>
                  <a:pt x="844680" y="570371"/>
                </a:lnTo>
                <a:lnTo>
                  <a:pt x="828201" y="612381"/>
                </a:lnTo>
                <a:lnTo>
                  <a:pt x="807604" y="652126"/>
                </a:lnTo>
                <a:lnTo>
                  <a:pt x="783156" y="689340"/>
                </a:lnTo>
                <a:lnTo>
                  <a:pt x="755119" y="723759"/>
                </a:lnTo>
                <a:lnTo>
                  <a:pt x="723759" y="755119"/>
                </a:lnTo>
                <a:lnTo>
                  <a:pt x="689340" y="783156"/>
                </a:lnTo>
                <a:lnTo>
                  <a:pt x="652126" y="807604"/>
                </a:lnTo>
                <a:lnTo>
                  <a:pt x="612381" y="828201"/>
                </a:lnTo>
                <a:lnTo>
                  <a:pt x="570371" y="844680"/>
                </a:lnTo>
                <a:lnTo>
                  <a:pt x="526359" y="856778"/>
                </a:lnTo>
                <a:lnTo>
                  <a:pt x="480609" y="864231"/>
                </a:lnTo>
                <a:lnTo>
                  <a:pt x="433387" y="866774"/>
                </a:lnTo>
                <a:close/>
              </a:path>
            </a:pathLst>
          </a:custGeom>
          <a:solidFill>
            <a:srgbClr val="7EB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137526" y="1673409"/>
            <a:ext cx="9312274" cy="735201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878840" indent="-828675">
              <a:lnSpc>
                <a:spcPct val="100000"/>
              </a:lnSpc>
              <a:spcBef>
                <a:spcPts val="50"/>
              </a:spcBef>
              <a:buSzPct val="101162"/>
              <a:buAutoNum type="arabicPlain"/>
              <a:tabLst>
                <a:tab pos="878840" algn="l"/>
                <a:tab pos="879475" algn="l"/>
              </a:tabLst>
            </a:pPr>
            <a:r>
              <a:rPr sz="4300" b="1" spc="-125" dirty="0" smtClean="0">
                <a:latin typeface="Tahoma"/>
                <a:cs typeface="Tahoma"/>
              </a:rPr>
              <a:t>I</a:t>
            </a:r>
            <a:r>
              <a:rPr lang="fr-FR" sz="4300" b="1" spc="-125" dirty="0" err="1" smtClean="0">
                <a:latin typeface="Tahoma"/>
                <a:cs typeface="Tahoma"/>
              </a:rPr>
              <a:t>ntroduction</a:t>
            </a:r>
            <a:endParaRPr sz="4300" dirty="0">
              <a:latin typeface="Tahoma"/>
              <a:cs typeface="Tahoma"/>
            </a:endParaRPr>
          </a:p>
          <a:p>
            <a:pPr marL="807085" indent="-756920">
              <a:spcBef>
                <a:spcPts val="4380"/>
              </a:spcBef>
              <a:buFontTx/>
              <a:buAutoNum type="arabicPlain"/>
              <a:tabLst>
                <a:tab pos="807085" algn="l"/>
                <a:tab pos="807720" algn="l"/>
                <a:tab pos="4271645" algn="l"/>
                <a:tab pos="5046345" algn="l"/>
              </a:tabLst>
            </a:pPr>
            <a:r>
              <a:rPr lang="fr-FR" sz="4350" b="1" spc="-45" dirty="0">
                <a:latin typeface="Tahoma"/>
                <a:cs typeface="Tahoma"/>
              </a:rPr>
              <a:t>Problématique</a:t>
            </a:r>
            <a:endParaRPr lang="fr-FR" sz="4350" dirty="0">
              <a:latin typeface="Tahoma"/>
              <a:cs typeface="Tahoma"/>
            </a:endParaRPr>
          </a:p>
          <a:p>
            <a:pPr marL="807085" indent="-756920">
              <a:lnSpc>
                <a:spcPct val="100000"/>
              </a:lnSpc>
              <a:spcBef>
                <a:spcPts val="4380"/>
              </a:spcBef>
              <a:buAutoNum type="arabicPlain"/>
              <a:tabLst>
                <a:tab pos="807085" algn="l"/>
                <a:tab pos="807720" algn="l"/>
                <a:tab pos="4271645" algn="l"/>
                <a:tab pos="5046345" algn="l"/>
              </a:tabLst>
            </a:pPr>
            <a:r>
              <a:rPr sz="4350" b="1" spc="-135" dirty="0" smtClean="0">
                <a:latin typeface="Tahoma"/>
                <a:cs typeface="Tahoma"/>
              </a:rPr>
              <a:t>H</a:t>
            </a:r>
            <a:r>
              <a:rPr lang="fr-FR" sz="4350" b="1" spc="-135" dirty="0" err="1" smtClean="0">
                <a:latin typeface="Tahoma"/>
                <a:cs typeface="Tahoma"/>
              </a:rPr>
              <a:t>ardware</a:t>
            </a:r>
            <a:r>
              <a:rPr lang="fr-FR" sz="4350" b="1" spc="-135" dirty="0" smtClean="0">
                <a:latin typeface="Tahoma"/>
                <a:cs typeface="Tahoma"/>
              </a:rPr>
              <a:t> &amp; software</a:t>
            </a:r>
            <a:endParaRPr sz="4350" dirty="0">
              <a:latin typeface="Tahoma"/>
              <a:cs typeface="Tahoma"/>
            </a:endParaRPr>
          </a:p>
          <a:p>
            <a:pPr marL="807085" indent="-756920">
              <a:lnSpc>
                <a:spcPct val="100000"/>
              </a:lnSpc>
              <a:spcBef>
                <a:spcPts val="3220"/>
              </a:spcBef>
              <a:buAutoNum type="arabicPlain"/>
              <a:tabLst>
                <a:tab pos="806450" algn="l"/>
                <a:tab pos="807720" algn="l"/>
              </a:tabLst>
            </a:pPr>
            <a:r>
              <a:rPr lang="fr-FR" sz="4350" b="1" spc="-95" dirty="0" smtClean="0">
                <a:latin typeface="Tahoma"/>
                <a:cs typeface="Tahoma"/>
              </a:rPr>
              <a:t>Présentation des utilisateurs</a:t>
            </a:r>
            <a:endParaRPr sz="4350" dirty="0">
              <a:latin typeface="Tahoma"/>
              <a:cs typeface="Tahoma"/>
            </a:endParaRPr>
          </a:p>
          <a:p>
            <a:pPr marL="738505" indent="-688340">
              <a:lnSpc>
                <a:spcPct val="100000"/>
              </a:lnSpc>
              <a:spcBef>
                <a:spcPts val="2560"/>
              </a:spcBef>
              <a:buAutoNum type="arabicPlain"/>
              <a:tabLst>
                <a:tab pos="738505" algn="l"/>
                <a:tab pos="739140" algn="l"/>
              </a:tabLst>
            </a:pPr>
            <a:r>
              <a:rPr lang="fr-FR" sz="4350" b="1" spc="-60" dirty="0" smtClean="0">
                <a:latin typeface="Tahoma"/>
                <a:cs typeface="Tahoma"/>
              </a:rPr>
              <a:t>Réalisation</a:t>
            </a:r>
            <a:endParaRPr lang="fr-FR" sz="4350" dirty="0">
              <a:latin typeface="Tahoma"/>
              <a:cs typeface="Tahoma"/>
            </a:endParaRPr>
          </a:p>
          <a:p>
            <a:pPr marL="738505" indent="-688340">
              <a:lnSpc>
                <a:spcPct val="100000"/>
              </a:lnSpc>
              <a:spcBef>
                <a:spcPts val="2560"/>
              </a:spcBef>
              <a:buAutoNum type="arabicPlain"/>
              <a:tabLst>
                <a:tab pos="738505" algn="l"/>
                <a:tab pos="739140" algn="l"/>
              </a:tabLst>
            </a:pPr>
            <a:r>
              <a:rPr sz="4350" b="1" spc="-60" dirty="0" smtClean="0">
                <a:latin typeface="Tahoma"/>
                <a:cs typeface="Tahoma"/>
              </a:rPr>
              <a:t>C</a:t>
            </a:r>
            <a:r>
              <a:rPr lang="fr-FR" sz="4350" b="1" spc="-60" dirty="0" err="1" smtClean="0">
                <a:latin typeface="Tahoma"/>
                <a:cs typeface="Tahoma"/>
              </a:rPr>
              <a:t>onclusion</a:t>
            </a:r>
            <a:r>
              <a:rPr lang="fr-FR" sz="4350" b="1" spc="-60" dirty="0" smtClean="0">
                <a:latin typeface="Tahoma"/>
                <a:cs typeface="Tahoma"/>
              </a:rPr>
              <a:t> et perspectives</a:t>
            </a:r>
          </a:p>
          <a:p>
            <a:pPr marL="50165">
              <a:lnSpc>
                <a:spcPct val="100000"/>
              </a:lnSpc>
              <a:spcBef>
                <a:spcPts val="3590"/>
              </a:spcBef>
              <a:tabLst>
                <a:tab pos="738505" algn="l"/>
                <a:tab pos="739140" algn="l"/>
              </a:tabLst>
            </a:pPr>
            <a:endParaRPr sz="4350" dirty="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9490" y="0"/>
            <a:ext cx="17288510" cy="10287000"/>
            <a:chOff x="997843" y="92"/>
            <a:chExt cx="17288510" cy="10287000"/>
          </a:xfrm>
        </p:grpSpPr>
        <p:sp>
          <p:nvSpPr>
            <p:cNvPr id="3" name="object 3"/>
            <p:cNvSpPr/>
            <p:nvPr/>
          </p:nvSpPr>
          <p:spPr>
            <a:xfrm>
              <a:off x="14352318" y="92"/>
              <a:ext cx="3933825" cy="10287000"/>
            </a:xfrm>
            <a:custGeom>
              <a:avLst/>
              <a:gdLst/>
              <a:ahLst/>
              <a:cxnLst/>
              <a:rect l="l" t="t" r="r" b="b"/>
              <a:pathLst>
                <a:path w="3933825" h="10287000">
                  <a:moveTo>
                    <a:pt x="3933824" y="10286816"/>
                  </a:moveTo>
                  <a:lnTo>
                    <a:pt x="0" y="10286816"/>
                  </a:lnTo>
                  <a:lnTo>
                    <a:pt x="0" y="0"/>
                  </a:lnTo>
                  <a:lnTo>
                    <a:pt x="3933824" y="0"/>
                  </a:lnTo>
                  <a:lnTo>
                    <a:pt x="3933824" y="10286816"/>
                  </a:lnTo>
                  <a:close/>
                </a:path>
              </a:pathLst>
            </a:custGeom>
            <a:solidFill>
              <a:srgbClr val="BCCC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97843" y="9282113"/>
              <a:ext cx="16182975" cy="0"/>
            </a:xfrm>
            <a:custGeom>
              <a:avLst/>
              <a:gdLst/>
              <a:ahLst/>
              <a:cxnLst/>
              <a:rect l="l" t="t" r="r" b="b"/>
              <a:pathLst>
                <a:path w="16182975">
                  <a:moveTo>
                    <a:pt x="0" y="0"/>
                  </a:moveTo>
                  <a:lnTo>
                    <a:pt x="16182973" y="0"/>
                  </a:lnTo>
                </a:path>
              </a:pathLst>
            </a:custGeom>
            <a:ln w="47624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55577" y="2271081"/>
              <a:ext cx="5629275" cy="5629275"/>
            </a:xfrm>
            <a:custGeom>
              <a:avLst/>
              <a:gdLst/>
              <a:ahLst/>
              <a:cxnLst/>
              <a:rect l="l" t="t" r="r" b="b"/>
              <a:pathLst>
                <a:path w="5629275" h="5629275">
                  <a:moveTo>
                    <a:pt x="2814637" y="5629274"/>
                  </a:moveTo>
                  <a:lnTo>
                    <a:pt x="2766156" y="5628865"/>
                  </a:lnTo>
                  <a:lnTo>
                    <a:pt x="2717874" y="5627642"/>
                  </a:lnTo>
                  <a:lnTo>
                    <a:pt x="2669796" y="5625611"/>
                  </a:lnTo>
                  <a:lnTo>
                    <a:pt x="2621929" y="5622780"/>
                  </a:lnTo>
                  <a:lnTo>
                    <a:pt x="2574281" y="5619155"/>
                  </a:lnTo>
                  <a:lnTo>
                    <a:pt x="2526856" y="5614742"/>
                  </a:lnTo>
                  <a:lnTo>
                    <a:pt x="2479663" y="5609548"/>
                  </a:lnTo>
                  <a:lnTo>
                    <a:pt x="2432707" y="5603579"/>
                  </a:lnTo>
                  <a:lnTo>
                    <a:pt x="2385995" y="5596843"/>
                  </a:lnTo>
                  <a:lnTo>
                    <a:pt x="2339534" y="5589345"/>
                  </a:lnTo>
                  <a:lnTo>
                    <a:pt x="2293330" y="5581092"/>
                  </a:lnTo>
                  <a:lnTo>
                    <a:pt x="2247389" y="5572090"/>
                  </a:lnTo>
                  <a:lnTo>
                    <a:pt x="2201719" y="5562347"/>
                  </a:lnTo>
                  <a:lnTo>
                    <a:pt x="2156325" y="5551869"/>
                  </a:lnTo>
                  <a:lnTo>
                    <a:pt x="2111215" y="5540662"/>
                  </a:lnTo>
                  <a:lnTo>
                    <a:pt x="2066395" y="5528732"/>
                  </a:lnTo>
                  <a:lnTo>
                    <a:pt x="2021871" y="5516087"/>
                  </a:lnTo>
                  <a:lnTo>
                    <a:pt x="1977650" y="5502733"/>
                  </a:lnTo>
                  <a:lnTo>
                    <a:pt x="1933738" y="5488677"/>
                  </a:lnTo>
                  <a:lnTo>
                    <a:pt x="1890143" y="5473924"/>
                  </a:lnTo>
                  <a:lnTo>
                    <a:pt x="1846870" y="5458482"/>
                  </a:lnTo>
                  <a:lnTo>
                    <a:pt x="1803926" y="5442358"/>
                  </a:lnTo>
                  <a:lnTo>
                    <a:pt x="1761318" y="5425556"/>
                  </a:lnTo>
                  <a:lnTo>
                    <a:pt x="1719053" y="5408086"/>
                  </a:lnTo>
                  <a:lnTo>
                    <a:pt x="1677136" y="5389952"/>
                  </a:lnTo>
                  <a:lnTo>
                    <a:pt x="1635575" y="5371161"/>
                  </a:lnTo>
                  <a:lnTo>
                    <a:pt x="1594375" y="5351720"/>
                  </a:lnTo>
                  <a:lnTo>
                    <a:pt x="1553544" y="5331636"/>
                  </a:lnTo>
                  <a:lnTo>
                    <a:pt x="1513088" y="5310914"/>
                  </a:lnTo>
                  <a:lnTo>
                    <a:pt x="1473013" y="5289562"/>
                  </a:lnTo>
                  <a:lnTo>
                    <a:pt x="1433327" y="5267586"/>
                  </a:lnTo>
                  <a:lnTo>
                    <a:pt x="1394035" y="5244993"/>
                  </a:lnTo>
                  <a:lnTo>
                    <a:pt x="1355145" y="5221789"/>
                  </a:lnTo>
                  <a:lnTo>
                    <a:pt x="1316662" y="5197981"/>
                  </a:lnTo>
                  <a:lnTo>
                    <a:pt x="1278594" y="5173575"/>
                  </a:lnTo>
                  <a:lnTo>
                    <a:pt x="1240946" y="5148578"/>
                  </a:lnTo>
                  <a:lnTo>
                    <a:pt x="1203726" y="5122996"/>
                  </a:lnTo>
                  <a:lnTo>
                    <a:pt x="1166940" y="5096836"/>
                  </a:lnTo>
                  <a:lnTo>
                    <a:pt x="1130594" y="5070105"/>
                  </a:lnTo>
                  <a:lnTo>
                    <a:pt x="1094696" y="5042809"/>
                  </a:lnTo>
                  <a:lnTo>
                    <a:pt x="1059251" y="5014954"/>
                  </a:lnTo>
                  <a:lnTo>
                    <a:pt x="1024266" y="4986548"/>
                  </a:lnTo>
                  <a:lnTo>
                    <a:pt x="989748" y="4957596"/>
                  </a:lnTo>
                  <a:lnTo>
                    <a:pt x="955703" y="4928105"/>
                  </a:lnTo>
                  <a:lnTo>
                    <a:pt x="922138" y="4898082"/>
                  </a:lnTo>
                  <a:lnTo>
                    <a:pt x="889060" y="4867534"/>
                  </a:lnTo>
                  <a:lnTo>
                    <a:pt x="856474" y="4836466"/>
                  </a:lnTo>
                  <a:lnTo>
                    <a:pt x="824388" y="4804886"/>
                  </a:lnTo>
                  <a:lnTo>
                    <a:pt x="792807" y="4772799"/>
                  </a:lnTo>
                  <a:lnTo>
                    <a:pt x="761740" y="4740214"/>
                  </a:lnTo>
                  <a:lnTo>
                    <a:pt x="731191" y="4707135"/>
                  </a:lnTo>
                  <a:lnTo>
                    <a:pt x="701168" y="4673570"/>
                  </a:lnTo>
                  <a:lnTo>
                    <a:pt x="671678" y="4639525"/>
                  </a:lnTo>
                  <a:lnTo>
                    <a:pt x="642726" y="4605007"/>
                  </a:lnTo>
                  <a:lnTo>
                    <a:pt x="614319" y="4570022"/>
                  </a:lnTo>
                  <a:lnTo>
                    <a:pt x="586464" y="4534578"/>
                  </a:lnTo>
                  <a:lnTo>
                    <a:pt x="559168" y="4498679"/>
                  </a:lnTo>
                  <a:lnTo>
                    <a:pt x="532437" y="4462333"/>
                  </a:lnTo>
                  <a:lnTo>
                    <a:pt x="506277" y="4425547"/>
                  </a:lnTo>
                  <a:lnTo>
                    <a:pt x="480695" y="4388327"/>
                  </a:lnTo>
                  <a:lnTo>
                    <a:pt x="455698" y="4350680"/>
                  </a:lnTo>
                  <a:lnTo>
                    <a:pt x="431292" y="4312611"/>
                  </a:lnTo>
                  <a:lnTo>
                    <a:pt x="407484" y="4274128"/>
                  </a:lnTo>
                  <a:lnTo>
                    <a:pt x="384280" y="4235238"/>
                  </a:lnTo>
                  <a:lnTo>
                    <a:pt x="361687" y="4195946"/>
                  </a:lnTo>
                  <a:lnTo>
                    <a:pt x="339711" y="4156260"/>
                  </a:lnTo>
                  <a:lnTo>
                    <a:pt x="318359" y="4116185"/>
                  </a:lnTo>
                  <a:lnTo>
                    <a:pt x="297638" y="4075729"/>
                  </a:lnTo>
                  <a:lnTo>
                    <a:pt x="277553" y="4034898"/>
                  </a:lnTo>
                  <a:lnTo>
                    <a:pt x="258112" y="3993699"/>
                  </a:lnTo>
                  <a:lnTo>
                    <a:pt x="239322" y="3952137"/>
                  </a:lnTo>
                  <a:lnTo>
                    <a:pt x="221188" y="3910220"/>
                  </a:lnTo>
                  <a:lnTo>
                    <a:pt x="203717" y="3867955"/>
                  </a:lnTo>
                  <a:lnTo>
                    <a:pt x="186916" y="3825347"/>
                  </a:lnTo>
                  <a:lnTo>
                    <a:pt x="170791" y="3782403"/>
                  </a:lnTo>
                  <a:lnTo>
                    <a:pt x="155349" y="3739131"/>
                  </a:lnTo>
                  <a:lnTo>
                    <a:pt x="140597" y="3695535"/>
                  </a:lnTo>
                  <a:lnTo>
                    <a:pt x="126540" y="3651624"/>
                  </a:lnTo>
                  <a:lnTo>
                    <a:pt x="113186" y="3607403"/>
                  </a:lnTo>
                  <a:lnTo>
                    <a:pt x="100541" y="3562879"/>
                  </a:lnTo>
                  <a:lnTo>
                    <a:pt x="88612" y="3518058"/>
                  </a:lnTo>
                  <a:lnTo>
                    <a:pt x="77405" y="3472948"/>
                  </a:lnTo>
                  <a:lnTo>
                    <a:pt x="66926" y="3427555"/>
                  </a:lnTo>
                  <a:lnTo>
                    <a:pt x="57183" y="3381884"/>
                  </a:lnTo>
                  <a:lnTo>
                    <a:pt x="48182" y="3335944"/>
                  </a:lnTo>
                  <a:lnTo>
                    <a:pt x="39929" y="3289739"/>
                  </a:lnTo>
                  <a:lnTo>
                    <a:pt x="32430" y="3243278"/>
                  </a:lnTo>
                  <a:lnTo>
                    <a:pt x="25694" y="3196566"/>
                  </a:lnTo>
                  <a:lnTo>
                    <a:pt x="19725" y="3149610"/>
                  </a:lnTo>
                  <a:lnTo>
                    <a:pt x="14531" y="3102417"/>
                  </a:lnTo>
                  <a:lnTo>
                    <a:pt x="10118" y="3054993"/>
                  </a:lnTo>
                  <a:lnTo>
                    <a:pt x="6493" y="3007344"/>
                  </a:lnTo>
                  <a:lnTo>
                    <a:pt x="3662" y="2959477"/>
                  </a:lnTo>
                  <a:lnTo>
                    <a:pt x="1632" y="2911400"/>
                  </a:lnTo>
                  <a:lnTo>
                    <a:pt x="409" y="2863117"/>
                  </a:lnTo>
                  <a:lnTo>
                    <a:pt x="0" y="2814637"/>
                  </a:lnTo>
                  <a:lnTo>
                    <a:pt x="409" y="2766156"/>
                  </a:lnTo>
                  <a:lnTo>
                    <a:pt x="1632" y="2717874"/>
                  </a:lnTo>
                  <a:lnTo>
                    <a:pt x="3662" y="2669796"/>
                  </a:lnTo>
                  <a:lnTo>
                    <a:pt x="6493" y="2621929"/>
                  </a:lnTo>
                  <a:lnTo>
                    <a:pt x="10118" y="2574281"/>
                  </a:lnTo>
                  <a:lnTo>
                    <a:pt x="14531" y="2526856"/>
                  </a:lnTo>
                  <a:lnTo>
                    <a:pt x="19725" y="2479663"/>
                  </a:lnTo>
                  <a:lnTo>
                    <a:pt x="25694" y="2432707"/>
                  </a:lnTo>
                  <a:lnTo>
                    <a:pt x="32430" y="2385995"/>
                  </a:lnTo>
                  <a:lnTo>
                    <a:pt x="39929" y="2339534"/>
                  </a:lnTo>
                  <a:lnTo>
                    <a:pt x="48182" y="2293330"/>
                  </a:lnTo>
                  <a:lnTo>
                    <a:pt x="57183" y="2247389"/>
                  </a:lnTo>
                  <a:lnTo>
                    <a:pt x="66926" y="2201719"/>
                  </a:lnTo>
                  <a:lnTo>
                    <a:pt x="77405" y="2156325"/>
                  </a:lnTo>
                  <a:lnTo>
                    <a:pt x="88612" y="2111215"/>
                  </a:lnTo>
                  <a:lnTo>
                    <a:pt x="100541" y="2066395"/>
                  </a:lnTo>
                  <a:lnTo>
                    <a:pt x="113186" y="2021871"/>
                  </a:lnTo>
                  <a:lnTo>
                    <a:pt x="126540" y="1977650"/>
                  </a:lnTo>
                  <a:lnTo>
                    <a:pt x="140597" y="1933738"/>
                  </a:lnTo>
                  <a:lnTo>
                    <a:pt x="155349" y="1890143"/>
                  </a:lnTo>
                  <a:lnTo>
                    <a:pt x="170791" y="1846870"/>
                  </a:lnTo>
                  <a:lnTo>
                    <a:pt x="186916" y="1803926"/>
                  </a:lnTo>
                  <a:lnTo>
                    <a:pt x="203717" y="1761318"/>
                  </a:lnTo>
                  <a:lnTo>
                    <a:pt x="221188" y="1719053"/>
                  </a:lnTo>
                  <a:lnTo>
                    <a:pt x="239322" y="1677136"/>
                  </a:lnTo>
                  <a:lnTo>
                    <a:pt x="258112" y="1635575"/>
                  </a:lnTo>
                  <a:lnTo>
                    <a:pt x="277553" y="1594375"/>
                  </a:lnTo>
                  <a:lnTo>
                    <a:pt x="297638" y="1553544"/>
                  </a:lnTo>
                  <a:lnTo>
                    <a:pt x="318359" y="1513088"/>
                  </a:lnTo>
                  <a:lnTo>
                    <a:pt x="339711" y="1473013"/>
                  </a:lnTo>
                  <a:lnTo>
                    <a:pt x="361687" y="1433327"/>
                  </a:lnTo>
                  <a:lnTo>
                    <a:pt x="384280" y="1394035"/>
                  </a:lnTo>
                  <a:lnTo>
                    <a:pt x="407484" y="1355145"/>
                  </a:lnTo>
                  <a:lnTo>
                    <a:pt x="431292" y="1316662"/>
                  </a:lnTo>
                  <a:lnTo>
                    <a:pt x="455698" y="1278594"/>
                  </a:lnTo>
                  <a:lnTo>
                    <a:pt x="480695" y="1240946"/>
                  </a:lnTo>
                  <a:lnTo>
                    <a:pt x="506277" y="1203726"/>
                  </a:lnTo>
                  <a:lnTo>
                    <a:pt x="532437" y="1166940"/>
                  </a:lnTo>
                  <a:lnTo>
                    <a:pt x="559168" y="1130594"/>
                  </a:lnTo>
                  <a:lnTo>
                    <a:pt x="586464" y="1094696"/>
                  </a:lnTo>
                  <a:lnTo>
                    <a:pt x="614319" y="1059251"/>
                  </a:lnTo>
                  <a:lnTo>
                    <a:pt x="642726" y="1024266"/>
                  </a:lnTo>
                  <a:lnTo>
                    <a:pt x="671678" y="989748"/>
                  </a:lnTo>
                  <a:lnTo>
                    <a:pt x="701168" y="955703"/>
                  </a:lnTo>
                  <a:lnTo>
                    <a:pt x="731191" y="922138"/>
                  </a:lnTo>
                  <a:lnTo>
                    <a:pt x="761740" y="889060"/>
                  </a:lnTo>
                  <a:lnTo>
                    <a:pt x="792807" y="856474"/>
                  </a:lnTo>
                  <a:lnTo>
                    <a:pt x="824388" y="824388"/>
                  </a:lnTo>
                  <a:lnTo>
                    <a:pt x="856474" y="792807"/>
                  </a:lnTo>
                  <a:lnTo>
                    <a:pt x="889060" y="761740"/>
                  </a:lnTo>
                  <a:lnTo>
                    <a:pt x="922138" y="731191"/>
                  </a:lnTo>
                  <a:lnTo>
                    <a:pt x="955703" y="701168"/>
                  </a:lnTo>
                  <a:lnTo>
                    <a:pt x="989748" y="671678"/>
                  </a:lnTo>
                  <a:lnTo>
                    <a:pt x="1024266" y="642726"/>
                  </a:lnTo>
                  <a:lnTo>
                    <a:pt x="1059251" y="614319"/>
                  </a:lnTo>
                  <a:lnTo>
                    <a:pt x="1094696" y="586464"/>
                  </a:lnTo>
                  <a:lnTo>
                    <a:pt x="1130594" y="559168"/>
                  </a:lnTo>
                  <a:lnTo>
                    <a:pt x="1166940" y="532437"/>
                  </a:lnTo>
                  <a:lnTo>
                    <a:pt x="1203726" y="506277"/>
                  </a:lnTo>
                  <a:lnTo>
                    <a:pt x="1240946" y="480695"/>
                  </a:lnTo>
                  <a:lnTo>
                    <a:pt x="1278594" y="455698"/>
                  </a:lnTo>
                  <a:lnTo>
                    <a:pt x="1316662" y="431292"/>
                  </a:lnTo>
                  <a:lnTo>
                    <a:pt x="1355145" y="407484"/>
                  </a:lnTo>
                  <a:lnTo>
                    <a:pt x="1394035" y="384280"/>
                  </a:lnTo>
                  <a:lnTo>
                    <a:pt x="1433327" y="361687"/>
                  </a:lnTo>
                  <a:lnTo>
                    <a:pt x="1473013" y="339711"/>
                  </a:lnTo>
                  <a:lnTo>
                    <a:pt x="1513088" y="318359"/>
                  </a:lnTo>
                  <a:lnTo>
                    <a:pt x="1553544" y="297638"/>
                  </a:lnTo>
                  <a:lnTo>
                    <a:pt x="1594375" y="277553"/>
                  </a:lnTo>
                  <a:lnTo>
                    <a:pt x="1635575" y="258112"/>
                  </a:lnTo>
                  <a:lnTo>
                    <a:pt x="1677136" y="239322"/>
                  </a:lnTo>
                  <a:lnTo>
                    <a:pt x="1719053" y="221188"/>
                  </a:lnTo>
                  <a:lnTo>
                    <a:pt x="1761318" y="203717"/>
                  </a:lnTo>
                  <a:lnTo>
                    <a:pt x="1803926" y="186916"/>
                  </a:lnTo>
                  <a:lnTo>
                    <a:pt x="1846870" y="170791"/>
                  </a:lnTo>
                  <a:lnTo>
                    <a:pt x="1890143" y="155349"/>
                  </a:lnTo>
                  <a:lnTo>
                    <a:pt x="1933738" y="140597"/>
                  </a:lnTo>
                  <a:lnTo>
                    <a:pt x="1977650" y="126540"/>
                  </a:lnTo>
                  <a:lnTo>
                    <a:pt x="2021871" y="113186"/>
                  </a:lnTo>
                  <a:lnTo>
                    <a:pt x="2066395" y="100541"/>
                  </a:lnTo>
                  <a:lnTo>
                    <a:pt x="2111215" y="88612"/>
                  </a:lnTo>
                  <a:lnTo>
                    <a:pt x="2156325" y="77405"/>
                  </a:lnTo>
                  <a:lnTo>
                    <a:pt x="2201719" y="66926"/>
                  </a:lnTo>
                  <a:lnTo>
                    <a:pt x="2247389" y="57183"/>
                  </a:lnTo>
                  <a:lnTo>
                    <a:pt x="2293330" y="48182"/>
                  </a:lnTo>
                  <a:lnTo>
                    <a:pt x="2339534" y="39929"/>
                  </a:lnTo>
                  <a:lnTo>
                    <a:pt x="2385995" y="32430"/>
                  </a:lnTo>
                  <a:lnTo>
                    <a:pt x="2432707" y="25694"/>
                  </a:lnTo>
                  <a:lnTo>
                    <a:pt x="2479663" y="19725"/>
                  </a:lnTo>
                  <a:lnTo>
                    <a:pt x="2526856" y="14531"/>
                  </a:lnTo>
                  <a:lnTo>
                    <a:pt x="2574281" y="10118"/>
                  </a:lnTo>
                  <a:lnTo>
                    <a:pt x="2621929" y="6493"/>
                  </a:lnTo>
                  <a:lnTo>
                    <a:pt x="2669796" y="3662"/>
                  </a:lnTo>
                  <a:lnTo>
                    <a:pt x="2717874" y="1632"/>
                  </a:lnTo>
                  <a:lnTo>
                    <a:pt x="2766156" y="409"/>
                  </a:lnTo>
                  <a:lnTo>
                    <a:pt x="2814637" y="0"/>
                  </a:lnTo>
                  <a:lnTo>
                    <a:pt x="2863117" y="409"/>
                  </a:lnTo>
                  <a:lnTo>
                    <a:pt x="2911400" y="1632"/>
                  </a:lnTo>
                  <a:lnTo>
                    <a:pt x="2959477" y="3662"/>
                  </a:lnTo>
                  <a:lnTo>
                    <a:pt x="3007344" y="6493"/>
                  </a:lnTo>
                  <a:lnTo>
                    <a:pt x="3054993" y="10118"/>
                  </a:lnTo>
                  <a:lnTo>
                    <a:pt x="3102417" y="14531"/>
                  </a:lnTo>
                  <a:lnTo>
                    <a:pt x="3149610" y="19725"/>
                  </a:lnTo>
                  <a:lnTo>
                    <a:pt x="3196566" y="25694"/>
                  </a:lnTo>
                  <a:lnTo>
                    <a:pt x="3243278" y="32430"/>
                  </a:lnTo>
                  <a:lnTo>
                    <a:pt x="3289739" y="39929"/>
                  </a:lnTo>
                  <a:lnTo>
                    <a:pt x="3335944" y="48182"/>
                  </a:lnTo>
                  <a:lnTo>
                    <a:pt x="3381884" y="57183"/>
                  </a:lnTo>
                  <a:lnTo>
                    <a:pt x="3427555" y="66926"/>
                  </a:lnTo>
                  <a:lnTo>
                    <a:pt x="3472948" y="77405"/>
                  </a:lnTo>
                  <a:lnTo>
                    <a:pt x="3518058" y="88612"/>
                  </a:lnTo>
                  <a:lnTo>
                    <a:pt x="3562879" y="100541"/>
                  </a:lnTo>
                  <a:lnTo>
                    <a:pt x="3607403" y="113186"/>
                  </a:lnTo>
                  <a:lnTo>
                    <a:pt x="3651624" y="126540"/>
                  </a:lnTo>
                  <a:lnTo>
                    <a:pt x="3695535" y="140597"/>
                  </a:lnTo>
                  <a:lnTo>
                    <a:pt x="3739131" y="155349"/>
                  </a:lnTo>
                  <a:lnTo>
                    <a:pt x="3782403" y="170791"/>
                  </a:lnTo>
                  <a:lnTo>
                    <a:pt x="3825347" y="186916"/>
                  </a:lnTo>
                  <a:lnTo>
                    <a:pt x="3867955" y="203717"/>
                  </a:lnTo>
                  <a:lnTo>
                    <a:pt x="3910220" y="221188"/>
                  </a:lnTo>
                  <a:lnTo>
                    <a:pt x="3952137" y="239322"/>
                  </a:lnTo>
                  <a:lnTo>
                    <a:pt x="3993699" y="258112"/>
                  </a:lnTo>
                  <a:lnTo>
                    <a:pt x="4034898" y="277553"/>
                  </a:lnTo>
                  <a:lnTo>
                    <a:pt x="4075729" y="297638"/>
                  </a:lnTo>
                  <a:lnTo>
                    <a:pt x="4116185" y="318359"/>
                  </a:lnTo>
                  <a:lnTo>
                    <a:pt x="4156260" y="339711"/>
                  </a:lnTo>
                  <a:lnTo>
                    <a:pt x="4195946" y="361687"/>
                  </a:lnTo>
                  <a:lnTo>
                    <a:pt x="4235238" y="384280"/>
                  </a:lnTo>
                  <a:lnTo>
                    <a:pt x="4274128" y="407484"/>
                  </a:lnTo>
                  <a:lnTo>
                    <a:pt x="4312611" y="431292"/>
                  </a:lnTo>
                  <a:lnTo>
                    <a:pt x="4350680" y="455698"/>
                  </a:lnTo>
                  <a:lnTo>
                    <a:pt x="4388327" y="480695"/>
                  </a:lnTo>
                  <a:lnTo>
                    <a:pt x="4425547" y="506277"/>
                  </a:lnTo>
                  <a:lnTo>
                    <a:pt x="4462333" y="532437"/>
                  </a:lnTo>
                  <a:lnTo>
                    <a:pt x="4498679" y="559168"/>
                  </a:lnTo>
                  <a:lnTo>
                    <a:pt x="4534578" y="586464"/>
                  </a:lnTo>
                  <a:lnTo>
                    <a:pt x="4570022" y="614319"/>
                  </a:lnTo>
                  <a:lnTo>
                    <a:pt x="4605007" y="642726"/>
                  </a:lnTo>
                  <a:lnTo>
                    <a:pt x="4639525" y="671678"/>
                  </a:lnTo>
                  <a:lnTo>
                    <a:pt x="4673570" y="701168"/>
                  </a:lnTo>
                  <a:lnTo>
                    <a:pt x="4707135" y="731191"/>
                  </a:lnTo>
                  <a:lnTo>
                    <a:pt x="4740214" y="761740"/>
                  </a:lnTo>
                  <a:lnTo>
                    <a:pt x="4772799" y="792807"/>
                  </a:lnTo>
                  <a:lnTo>
                    <a:pt x="4804886" y="824388"/>
                  </a:lnTo>
                  <a:lnTo>
                    <a:pt x="4836466" y="856474"/>
                  </a:lnTo>
                  <a:lnTo>
                    <a:pt x="4867534" y="889060"/>
                  </a:lnTo>
                  <a:lnTo>
                    <a:pt x="4898082" y="922138"/>
                  </a:lnTo>
                  <a:lnTo>
                    <a:pt x="4928105" y="955703"/>
                  </a:lnTo>
                  <a:lnTo>
                    <a:pt x="4957596" y="989748"/>
                  </a:lnTo>
                  <a:lnTo>
                    <a:pt x="4986548" y="1024266"/>
                  </a:lnTo>
                  <a:lnTo>
                    <a:pt x="5014954" y="1059251"/>
                  </a:lnTo>
                  <a:lnTo>
                    <a:pt x="5042809" y="1094696"/>
                  </a:lnTo>
                  <a:lnTo>
                    <a:pt x="5070105" y="1130594"/>
                  </a:lnTo>
                  <a:lnTo>
                    <a:pt x="5096836" y="1166940"/>
                  </a:lnTo>
                  <a:lnTo>
                    <a:pt x="5122996" y="1203726"/>
                  </a:lnTo>
                  <a:lnTo>
                    <a:pt x="5148578" y="1240946"/>
                  </a:lnTo>
                  <a:lnTo>
                    <a:pt x="5173575" y="1278594"/>
                  </a:lnTo>
                  <a:lnTo>
                    <a:pt x="5197981" y="1316662"/>
                  </a:lnTo>
                  <a:lnTo>
                    <a:pt x="5221789" y="1355145"/>
                  </a:lnTo>
                  <a:lnTo>
                    <a:pt x="5244993" y="1394035"/>
                  </a:lnTo>
                  <a:lnTo>
                    <a:pt x="5267586" y="1433327"/>
                  </a:lnTo>
                  <a:lnTo>
                    <a:pt x="5289562" y="1473013"/>
                  </a:lnTo>
                  <a:lnTo>
                    <a:pt x="5310914" y="1513088"/>
                  </a:lnTo>
                  <a:lnTo>
                    <a:pt x="5331636" y="1553544"/>
                  </a:lnTo>
                  <a:lnTo>
                    <a:pt x="5351720" y="1594375"/>
                  </a:lnTo>
                  <a:lnTo>
                    <a:pt x="5371161" y="1635575"/>
                  </a:lnTo>
                  <a:lnTo>
                    <a:pt x="5389952" y="1677136"/>
                  </a:lnTo>
                  <a:lnTo>
                    <a:pt x="5408086" y="1719053"/>
                  </a:lnTo>
                  <a:lnTo>
                    <a:pt x="5425556" y="1761318"/>
                  </a:lnTo>
                  <a:lnTo>
                    <a:pt x="5442358" y="1803926"/>
                  </a:lnTo>
                  <a:lnTo>
                    <a:pt x="5458482" y="1846870"/>
                  </a:lnTo>
                  <a:lnTo>
                    <a:pt x="5473924" y="1890143"/>
                  </a:lnTo>
                  <a:lnTo>
                    <a:pt x="5488677" y="1933738"/>
                  </a:lnTo>
                  <a:lnTo>
                    <a:pt x="5502733" y="1977650"/>
                  </a:lnTo>
                  <a:lnTo>
                    <a:pt x="5516087" y="2021871"/>
                  </a:lnTo>
                  <a:lnTo>
                    <a:pt x="5528732" y="2066395"/>
                  </a:lnTo>
                  <a:lnTo>
                    <a:pt x="5540662" y="2111215"/>
                  </a:lnTo>
                  <a:lnTo>
                    <a:pt x="5551869" y="2156325"/>
                  </a:lnTo>
                  <a:lnTo>
                    <a:pt x="5562347" y="2201719"/>
                  </a:lnTo>
                  <a:lnTo>
                    <a:pt x="5572090" y="2247389"/>
                  </a:lnTo>
                  <a:lnTo>
                    <a:pt x="5581092" y="2293330"/>
                  </a:lnTo>
                  <a:lnTo>
                    <a:pt x="5589345" y="2339534"/>
                  </a:lnTo>
                  <a:lnTo>
                    <a:pt x="5596843" y="2385995"/>
                  </a:lnTo>
                  <a:lnTo>
                    <a:pt x="5603579" y="2432707"/>
                  </a:lnTo>
                  <a:lnTo>
                    <a:pt x="5609548" y="2479663"/>
                  </a:lnTo>
                  <a:lnTo>
                    <a:pt x="5614742" y="2526856"/>
                  </a:lnTo>
                  <a:lnTo>
                    <a:pt x="5619155" y="2574281"/>
                  </a:lnTo>
                  <a:lnTo>
                    <a:pt x="5622780" y="2621929"/>
                  </a:lnTo>
                  <a:lnTo>
                    <a:pt x="5625611" y="2669796"/>
                  </a:lnTo>
                  <a:lnTo>
                    <a:pt x="5627642" y="2717874"/>
                  </a:lnTo>
                  <a:lnTo>
                    <a:pt x="5628865" y="2766156"/>
                  </a:lnTo>
                  <a:lnTo>
                    <a:pt x="5629274" y="2814637"/>
                  </a:lnTo>
                  <a:lnTo>
                    <a:pt x="5628865" y="2863117"/>
                  </a:lnTo>
                  <a:lnTo>
                    <a:pt x="5627642" y="2911400"/>
                  </a:lnTo>
                  <a:lnTo>
                    <a:pt x="5625611" y="2959477"/>
                  </a:lnTo>
                  <a:lnTo>
                    <a:pt x="5622780" y="3007344"/>
                  </a:lnTo>
                  <a:lnTo>
                    <a:pt x="5619155" y="3054993"/>
                  </a:lnTo>
                  <a:lnTo>
                    <a:pt x="5614742" y="3102417"/>
                  </a:lnTo>
                  <a:lnTo>
                    <a:pt x="5609548" y="3149610"/>
                  </a:lnTo>
                  <a:lnTo>
                    <a:pt x="5603579" y="3196566"/>
                  </a:lnTo>
                  <a:lnTo>
                    <a:pt x="5596843" y="3243278"/>
                  </a:lnTo>
                  <a:lnTo>
                    <a:pt x="5589345" y="3289739"/>
                  </a:lnTo>
                  <a:lnTo>
                    <a:pt x="5581092" y="3335944"/>
                  </a:lnTo>
                  <a:lnTo>
                    <a:pt x="5572090" y="3381884"/>
                  </a:lnTo>
                  <a:lnTo>
                    <a:pt x="5562347" y="3427555"/>
                  </a:lnTo>
                  <a:lnTo>
                    <a:pt x="5551869" y="3472948"/>
                  </a:lnTo>
                  <a:lnTo>
                    <a:pt x="5540662" y="3518058"/>
                  </a:lnTo>
                  <a:lnTo>
                    <a:pt x="5528732" y="3562879"/>
                  </a:lnTo>
                  <a:lnTo>
                    <a:pt x="5516087" y="3607403"/>
                  </a:lnTo>
                  <a:lnTo>
                    <a:pt x="5502733" y="3651624"/>
                  </a:lnTo>
                  <a:lnTo>
                    <a:pt x="5488677" y="3695535"/>
                  </a:lnTo>
                  <a:lnTo>
                    <a:pt x="5473924" y="3739131"/>
                  </a:lnTo>
                  <a:lnTo>
                    <a:pt x="5458482" y="3782403"/>
                  </a:lnTo>
                  <a:lnTo>
                    <a:pt x="5442358" y="3825347"/>
                  </a:lnTo>
                  <a:lnTo>
                    <a:pt x="5425556" y="3867955"/>
                  </a:lnTo>
                  <a:lnTo>
                    <a:pt x="5408086" y="3910220"/>
                  </a:lnTo>
                  <a:lnTo>
                    <a:pt x="5389952" y="3952137"/>
                  </a:lnTo>
                  <a:lnTo>
                    <a:pt x="5371161" y="3993699"/>
                  </a:lnTo>
                  <a:lnTo>
                    <a:pt x="5351720" y="4034898"/>
                  </a:lnTo>
                  <a:lnTo>
                    <a:pt x="5331636" y="4075729"/>
                  </a:lnTo>
                  <a:lnTo>
                    <a:pt x="5310914" y="4116185"/>
                  </a:lnTo>
                  <a:lnTo>
                    <a:pt x="5289562" y="4156260"/>
                  </a:lnTo>
                  <a:lnTo>
                    <a:pt x="5267586" y="4195946"/>
                  </a:lnTo>
                  <a:lnTo>
                    <a:pt x="5244993" y="4235238"/>
                  </a:lnTo>
                  <a:lnTo>
                    <a:pt x="5221789" y="4274128"/>
                  </a:lnTo>
                  <a:lnTo>
                    <a:pt x="5197981" y="4312611"/>
                  </a:lnTo>
                  <a:lnTo>
                    <a:pt x="5173575" y="4350680"/>
                  </a:lnTo>
                  <a:lnTo>
                    <a:pt x="5148578" y="4388327"/>
                  </a:lnTo>
                  <a:lnTo>
                    <a:pt x="5122996" y="4425547"/>
                  </a:lnTo>
                  <a:lnTo>
                    <a:pt x="5096836" y="4462333"/>
                  </a:lnTo>
                  <a:lnTo>
                    <a:pt x="5070105" y="4498679"/>
                  </a:lnTo>
                  <a:lnTo>
                    <a:pt x="5042809" y="4534578"/>
                  </a:lnTo>
                  <a:lnTo>
                    <a:pt x="5014954" y="4570022"/>
                  </a:lnTo>
                  <a:lnTo>
                    <a:pt x="4986548" y="4605007"/>
                  </a:lnTo>
                  <a:lnTo>
                    <a:pt x="4957596" y="4639525"/>
                  </a:lnTo>
                  <a:lnTo>
                    <a:pt x="4928105" y="4673570"/>
                  </a:lnTo>
                  <a:lnTo>
                    <a:pt x="4898082" y="4707135"/>
                  </a:lnTo>
                  <a:lnTo>
                    <a:pt x="4867534" y="4740214"/>
                  </a:lnTo>
                  <a:lnTo>
                    <a:pt x="4836466" y="4772799"/>
                  </a:lnTo>
                  <a:lnTo>
                    <a:pt x="4804886" y="4804886"/>
                  </a:lnTo>
                  <a:lnTo>
                    <a:pt x="4772799" y="4836466"/>
                  </a:lnTo>
                  <a:lnTo>
                    <a:pt x="4740214" y="4867534"/>
                  </a:lnTo>
                  <a:lnTo>
                    <a:pt x="4707135" y="4898082"/>
                  </a:lnTo>
                  <a:lnTo>
                    <a:pt x="4673570" y="4928105"/>
                  </a:lnTo>
                  <a:lnTo>
                    <a:pt x="4639525" y="4957596"/>
                  </a:lnTo>
                  <a:lnTo>
                    <a:pt x="4605007" y="4986548"/>
                  </a:lnTo>
                  <a:lnTo>
                    <a:pt x="4570022" y="5014954"/>
                  </a:lnTo>
                  <a:lnTo>
                    <a:pt x="4534578" y="5042809"/>
                  </a:lnTo>
                  <a:lnTo>
                    <a:pt x="4498679" y="5070105"/>
                  </a:lnTo>
                  <a:lnTo>
                    <a:pt x="4462333" y="5096836"/>
                  </a:lnTo>
                  <a:lnTo>
                    <a:pt x="4425547" y="5122996"/>
                  </a:lnTo>
                  <a:lnTo>
                    <a:pt x="4388327" y="5148578"/>
                  </a:lnTo>
                  <a:lnTo>
                    <a:pt x="4350680" y="5173575"/>
                  </a:lnTo>
                  <a:lnTo>
                    <a:pt x="4312611" y="5197981"/>
                  </a:lnTo>
                  <a:lnTo>
                    <a:pt x="4274128" y="5221789"/>
                  </a:lnTo>
                  <a:lnTo>
                    <a:pt x="4235238" y="5244993"/>
                  </a:lnTo>
                  <a:lnTo>
                    <a:pt x="4195946" y="5267586"/>
                  </a:lnTo>
                  <a:lnTo>
                    <a:pt x="4156260" y="5289562"/>
                  </a:lnTo>
                  <a:lnTo>
                    <a:pt x="4116185" y="5310914"/>
                  </a:lnTo>
                  <a:lnTo>
                    <a:pt x="4075729" y="5331636"/>
                  </a:lnTo>
                  <a:lnTo>
                    <a:pt x="4034898" y="5351720"/>
                  </a:lnTo>
                  <a:lnTo>
                    <a:pt x="3993699" y="5371161"/>
                  </a:lnTo>
                  <a:lnTo>
                    <a:pt x="3952137" y="5389952"/>
                  </a:lnTo>
                  <a:lnTo>
                    <a:pt x="3910220" y="5408086"/>
                  </a:lnTo>
                  <a:lnTo>
                    <a:pt x="3867955" y="5425556"/>
                  </a:lnTo>
                  <a:lnTo>
                    <a:pt x="3825347" y="5442358"/>
                  </a:lnTo>
                  <a:lnTo>
                    <a:pt x="3782403" y="5458482"/>
                  </a:lnTo>
                  <a:lnTo>
                    <a:pt x="3739131" y="5473924"/>
                  </a:lnTo>
                  <a:lnTo>
                    <a:pt x="3695535" y="5488677"/>
                  </a:lnTo>
                  <a:lnTo>
                    <a:pt x="3651624" y="5502733"/>
                  </a:lnTo>
                  <a:lnTo>
                    <a:pt x="3607403" y="5516087"/>
                  </a:lnTo>
                  <a:lnTo>
                    <a:pt x="3562879" y="5528732"/>
                  </a:lnTo>
                  <a:lnTo>
                    <a:pt x="3518058" y="5540662"/>
                  </a:lnTo>
                  <a:lnTo>
                    <a:pt x="3472948" y="5551869"/>
                  </a:lnTo>
                  <a:lnTo>
                    <a:pt x="3427555" y="5562347"/>
                  </a:lnTo>
                  <a:lnTo>
                    <a:pt x="3381884" y="5572090"/>
                  </a:lnTo>
                  <a:lnTo>
                    <a:pt x="3335944" y="5581092"/>
                  </a:lnTo>
                  <a:lnTo>
                    <a:pt x="3289739" y="5589345"/>
                  </a:lnTo>
                  <a:lnTo>
                    <a:pt x="3243278" y="5596843"/>
                  </a:lnTo>
                  <a:lnTo>
                    <a:pt x="3196566" y="5603579"/>
                  </a:lnTo>
                  <a:lnTo>
                    <a:pt x="3149610" y="5609548"/>
                  </a:lnTo>
                  <a:lnTo>
                    <a:pt x="3102417" y="5614742"/>
                  </a:lnTo>
                  <a:lnTo>
                    <a:pt x="3054993" y="5619155"/>
                  </a:lnTo>
                  <a:lnTo>
                    <a:pt x="3007344" y="5622780"/>
                  </a:lnTo>
                  <a:lnTo>
                    <a:pt x="2959477" y="5625611"/>
                  </a:lnTo>
                  <a:lnTo>
                    <a:pt x="2911400" y="5627642"/>
                  </a:lnTo>
                  <a:lnTo>
                    <a:pt x="2863117" y="5628865"/>
                  </a:lnTo>
                  <a:lnTo>
                    <a:pt x="2814637" y="5629274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01233" y="3072815"/>
              <a:ext cx="5158105" cy="4141470"/>
            </a:xfrm>
            <a:custGeom>
              <a:avLst/>
              <a:gdLst/>
              <a:ahLst/>
              <a:cxnLst/>
              <a:rect l="l" t="t" r="r" b="b"/>
              <a:pathLst>
                <a:path w="5158105" h="4141470">
                  <a:moveTo>
                    <a:pt x="5158029" y="3117875"/>
                  </a:moveTo>
                  <a:lnTo>
                    <a:pt x="0" y="3117875"/>
                  </a:lnTo>
                  <a:lnTo>
                    <a:pt x="0" y="3363455"/>
                  </a:lnTo>
                  <a:lnTo>
                    <a:pt x="4775" y="3410813"/>
                  </a:lnTo>
                  <a:lnTo>
                    <a:pt x="18478" y="3454933"/>
                  </a:lnTo>
                  <a:lnTo>
                    <a:pt x="40157" y="3494862"/>
                  </a:lnTo>
                  <a:lnTo>
                    <a:pt x="68859" y="3529647"/>
                  </a:lnTo>
                  <a:lnTo>
                    <a:pt x="103657" y="3558349"/>
                  </a:lnTo>
                  <a:lnTo>
                    <a:pt x="143586" y="3580028"/>
                  </a:lnTo>
                  <a:lnTo>
                    <a:pt x="187718" y="3593719"/>
                  </a:lnTo>
                  <a:lnTo>
                    <a:pt x="235102" y="3598494"/>
                  </a:lnTo>
                  <a:lnTo>
                    <a:pt x="1991283" y="3598494"/>
                  </a:lnTo>
                  <a:lnTo>
                    <a:pt x="1988400" y="3640188"/>
                  </a:lnTo>
                  <a:lnTo>
                    <a:pt x="1980755" y="3739921"/>
                  </a:lnTo>
                  <a:lnTo>
                    <a:pt x="1969820" y="3859720"/>
                  </a:lnTo>
                  <a:lnTo>
                    <a:pt x="1957070" y="3961587"/>
                  </a:lnTo>
                  <a:lnTo>
                    <a:pt x="1941423" y="4014190"/>
                  </a:lnTo>
                  <a:lnTo>
                    <a:pt x="1916531" y="4051655"/>
                  </a:lnTo>
                  <a:lnTo>
                    <a:pt x="1884807" y="4076776"/>
                  </a:lnTo>
                  <a:lnTo>
                    <a:pt x="1848650" y="4092346"/>
                  </a:lnTo>
                  <a:lnTo>
                    <a:pt x="1810448" y="4101160"/>
                  </a:lnTo>
                  <a:lnTo>
                    <a:pt x="1772589" y="4106011"/>
                  </a:lnTo>
                  <a:lnTo>
                    <a:pt x="1737499" y="4109694"/>
                  </a:lnTo>
                  <a:lnTo>
                    <a:pt x="1707540" y="4115003"/>
                  </a:lnTo>
                  <a:lnTo>
                    <a:pt x="1685137" y="4124718"/>
                  </a:lnTo>
                  <a:lnTo>
                    <a:pt x="1681759" y="4129544"/>
                  </a:lnTo>
                  <a:lnTo>
                    <a:pt x="1681848" y="4135031"/>
                  </a:lnTo>
                  <a:lnTo>
                    <a:pt x="1684883" y="4139527"/>
                  </a:lnTo>
                  <a:lnTo>
                    <a:pt x="1690395" y="4141381"/>
                  </a:lnTo>
                  <a:lnTo>
                    <a:pt x="3465880" y="4141381"/>
                  </a:lnTo>
                  <a:lnTo>
                    <a:pt x="3471392" y="4139527"/>
                  </a:lnTo>
                  <a:lnTo>
                    <a:pt x="3474428" y="4135031"/>
                  </a:lnTo>
                  <a:lnTo>
                    <a:pt x="3474516" y="4129544"/>
                  </a:lnTo>
                  <a:lnTo>
                    <a:pt x="3471138" y="4124718"/>
                  </a:lnTo>
                  <a:lnTo>
                    <a:pt x="3448735" y="4115003"/>
                  </a:lnTo>
                  <a:lnTo>
                    <a:pt x="3418776" y="4109694"/>
                  </a:lnTo>
                  <a:lnTo>
                    <a:pt x="3383686" y="4106011"/>
                  </a:lnTo>
                  <a:lnTo>
                    <a:pt x="3345827" y="4101160"/>
                  </a:lnTo>
                  <a:lnTo>
                    <a:pt x="3307626" y="4092346"/>
                  </a:lnTo>
                  <a:lnTo>
                    <a:pt x="3271456" y="4076776"/>
                  </a:lnTo>
                  <a:lnTo>
                    <a:pt x="3239744" y="4051655"/>
                  </a:lnTo>
                  <a:lnTo>
                    <a:pt x="3214852" y="4014190"/>
                  </a:lnTo>
                  <a:lnTo>
                    <a:pt x="3199206" y="3961587"/>
                  </a:lnTo>
                  <a:lnTo>
                    <a:pt x="3186455" y="3859720"/>
                  </a:lnTo>
                  <a:lnTo>
                    <a:pt x="3175520" y="3739921"/>
                  </a:lnTo>
                  <a:lnTo>
                    <a:pt x="3167875" y="3640188"/>
                  </a:lnTo>
                  <a:lnTo>
                    <a:pt x="3164992" y="3598494"/>
                  </a:lnTo>
                  <a:lnTo>
                    <a:pt x="4922926" y="3598494"/>
                  </a:lnTo>
                  <a:lnTo>
                    <a:pt x="4970310" y="3593719"/>
                  </a:lnTo>
                  <a:lnTo>
                    <a:pt x="5014442" y="3580028"/>
                  </a:lnTo>
                  <a:lnTo>
                    <a:pt x="5054371" y="3558349"/>
                  </a:lnTo>
                  <a:lnTo>
                    <a:pt x="5089169" y="3529647"/>
                  </a:lnTo>
                  <a:lnTo>
                    <a:pt x="5117871" y="3494862"/>
                  </a:lnTo>
                  <a:lnTo>
                    <a:pt x="5139550" y="3454933"/>
                  </a:lnTo>
                  <a:lnTo>
                    <a:pt x="5153253" y="3410813"/>
                  </a:lnTo>
                  <a:lnTo>
                    <a:pt x="5158029" y="3363455"/>
                  </a:lnTo>
                  <a:lnTo>
                    <a:pt x="5158029" y="3117875"/>
                  </a:lnTo>
                  <a:close/>
                </a:path>
                <a:path w="5158105" h="4141470">
                  <a:moveTo>
                    <a:pt x="5158029" y="235051"/>
                  </a:moveTo>
                  <a:lnTo>
                    <a:pt x="5153253" y="187680"/>
                  </a:lnTo>
                  <a:lnTo>
                    <a:pt x="5139550" y="143560"/>
                  </a:lnTo>
                  <a:lnTo>
                    <a:pt x="5117871" y="103632"/>
                  </a:lnTo>
                  <a:lnTo>
                    <a:pt x="5089169" y="68846"/>
                  </a:lnTo>
                  <a:lnTo>
                    <a:pt x="5054371" y="40144"/>
                  </a:lnTo>
                  <a:lnTo>
                    <a:pt x="5014442" y="18478"/>
                  </a:lnTo>
                  <a:lnTo>
                    <a:pt x="4970310" y="4775"/>
                  </a:lnTo>
                  <a:lnTo>
                    <a:pt x="4933454" y="1066"/>
                  </a:lnTo>
                  <a:lnTo>
                    <a:pt x="4933454" y="243814"/>
                  </a:lnTo>
                  <a:lnTo>
                    <a:pt x="4933454" y="2892475"/>
                  </a:lnTo>
                  <a:lnTo>
                    <a:pt x="217551" y="2892475"/>
                  </a:lnTo>
                  <a:lnTo>
                    <a:pt x="217551" y="243814"/>
                  </a:lnTo>
                  <a:lnTo>
                    <a:pt x="4933454" y="243814"/>
                  </a:lnTo>
                  <a:lnTo>
                    <a:pt x="4933454" y="1066"/>
                  </a:lnTo>
                  <a:lnTo>
                    <a:pt x="4922939" y="0"/>
                  </a:lnTo>
                  <a:lnTo>
                    <a:pt x="235102" y="0"/>
                  </a:lnTo>
                  <a:lnTo>
                    <a:pt x="187718" y="4775"/>
                  </a:lnTo>
                  <a:lnTo>
                    <a:pt x="143586" y="18478"/>
                  </a:lnTo>
                  <a:lnTo>
                    <a:pt x="103657" y="40144"/>
                  </a:lnTo>
                  <a:lnTo>
                    <a:pt x="68859" y="68846"/>
                  </a:lnTo>
                  <a:lnTo>
                    <a:pt x="40157" y="103632"/>
                  </a:lnTo>
                  <a:lnTo>
                    <a:pt x="18478" y="143560"/>
                  </a:lnTo>
                  <a:lnTo>
                    <a:pt x="4775" y="187680"/>
                  </a:lnTo>
                  <a:lnTo>
                    <a:pt x="0" y="235051"/>
                  </a:lnTo>
                  <a:lnTo>
                    <a:pt x="0" y="3116999"/>
                  </a:lnTo>
                  <a:lnTo>
                    <a:pt x="5158029" y="3116999"/>
                  </a:lnTo>
                  <a:lnTo>
                    <a:pt x="5158029" y="2892475"/>
                  </a:lnTo>
                  <a:lnTo>
                    <a:pt x="5158029" y="243814"/>
                  </a:lnTo>
                  <a:lnTo>
                    <a:pt x="5158029" y="235051"/>
                  </a:lnTo>
                  <a:close/>
                </a:path>
              </a:pathLst>
            </a:custGeom>
            <a:solidFill>
              <a:srgbClr val="1A2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18761" y="3316678"/>
              <a:ext cx="4715968" cy="2649223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0" y="0"/>
            <a:ext cx="1404620" cy="2204085"/>
          </a:xfrm>
          <a:custGeom>
            <a:avLst/>
            <a:gdLst/>
            <a:ahLst/>
            <a:cxnLst/>
            <a:rect l="l" t="t" r="r" b="b"/>
            <a:pathLst>
              <a:path w="1404620" h="2204085">
                <a:moveTo>
                  <a:pt x="0" y="2203819"/>
                </a:moveTo>
                <a:lnTo>
                  <a:pt x="0" y="0"/>
                </a:lnTo>
                <a:lnTo>
                  <a:pt x="1404377" y="0"/>
                </a:lnTo>
                <a:lnTo>
                  <a:pt x="1400756" y="39315"/>
                </a:lnTo>
                <a:lnTo>
                  <a:pt x="1395642" y="86274"/>
                </a:lnTo>
                <a:lnTo>
                  <a:pt x="1389764" y="133001"/>
                </a:lnTo>
                <a:lnTo>
                  <a:pt x="1383130" y="179487"/>
                </a:lnTo>
                <a:lnTo>
                  <a:pt x="1375745" y="225728"/>
                </a:lnTo>
                <a:lnTo>
                  <a:pt x="1367617" y="271716"/>
                </a:lnTo>
                <a:lnTo>
                  <a:pt x="1358751" y="317445"/>
                </a:lnTo>
                <a:lnTo>
                  <a:pt x="1349154" y="362909"/>
                </a:lnTo>
                <a:lnTo>
                  <a:pt x="1338832" y="408101"/>
                </a:lnTo>
                <a:lnTo>
                  <a:pt x="1327792" y="453015"/>
                </a:lnTo>
                <a:lnTo>
                  <a:pt x="1316040" y="497645"/>
                </a:lnTo>
                <a:lnTo>
                  <a:pt x="1303583" y="541985"/>
                </a:lnTo>
                <a:lnTo>
                  <a:pt x="1290426" y="586027"/>
                </a:lnTo>
                <a:lnTo>
                  <a:pt x="1276576" y="629765"/>
                </a:lnTo>
                <a:lnTo>
                  <a:pt x="1262041" y="673194"/>
                </a:lnTo>
                <a:lnTo>
                  <a:pt x="1246825" y="716307"/>
                </a:lnTo>
                <a:lnTo>
                  <a:pt x="1230935" y="759096"/>
                </a:lnTo>
                <a:lnTo>
                  <a:pt x="1214378" y="801557"/>
                </a:lnTo>
                <a:lnTo>
                  <a:pt x="1197161" y="843682"/>
                </a:lnTo>
                <a:lnTo>
                  <a:pt x="1179288" y="885466"/>
                </a:lnTo>
                <a:lnTo>
                  <a:pt x="1160768" y="926901"/>
                </a:lnTo>
                <a:lnTo>
                  <a:pt x="1141606" y="967982"/>
                </a:lnTo>
                <a:lnTo>
                  <a:pt x="1121809" y="1008702"/>
                </a:lnTo>
                <a:lnTo>
                  <a:pt x="1101382" y="1049054"/>
                </a:lnTo>
                <a:lnTo>
                  <a:pt x="1080333" y="1089033"/>
                </a:lnTo>
                <a:lnTo>
                  <a:pt x="1058668" y="1128632"/>
                </a:lnTo>
                <a:lnTo>
                  <a:pt x="1036393" y="1167844"/>
                </a:lnTo>
                <a:lnTo>
                  <a:pt x="1013514" y="1206664"/>
                </a:lnTo>
                <a:lnTo>
                  <a:pt x="990039" y="1245084"/>
                </a:lnTo>
                <a:lnTo>
                  <a:pt x="965973" y="1283098"/>
                </a:lnTo>
                <a:lnTo>
                  <a:pt x="941322" y="1320701"/>
                </a:lnTo>
                <a:lnTo>
                  <a:pt x="916094" y="1357885"/>
                </a:lnTo>
                <a:lnTo>
                  <a:pt x="890293" y="1394644"/>
                </a:lnTo>
                <a:lnTo>
                  <a:pt x="863928" y="1430973"/>
                </a:lnTo>
                <a:lnTo>
                  <a:pt x="837004" y="1466863"/>
                </a:lnTo>
                <a:lnTo>
                  <a:pt x="809528" y="1502310"/>
                </a:lnTo>
                <a:lnTo>
                  <a:pt x="781506" y="1537307"/>
                </a:lnTo>
                <a:lnTo>
                  <a:pt x="752944" y="1571846"/>
                </a:lnTo>
                <a:lnTo>
                  <a:pt x="723848" y="1605923"/>
                </a:lnTo>
                <a:lnTo>
                  <a:pt x="694226" y="1639531"/>
                </a:lnTo>
                <a:lnTo>
                  <a:pt x="664084" y="1672662"/>
                </a:lnTo>
                <a:lnTo>
                  <a:pt x="633427" y="1705311"/>
                </a:lnTo>
                <a:lnTo>
                  <a:pt x="602262" y="1737472"/>
                </a:lnTo>
                <a:lnTo>
                  <a:pt x="570597" y="1769138"/>
                </a:lnTo>
                <a:lnTo>
                  <a:pt x="538436" y="1800302"/>
                </a:lnTo>
                <a:lnTo>
                  <a:pt x="505786" y="1830959"/>
                </a:lnTo>
                <a:lnTo>
                  <a:pt x="472655" y="1861102"/>
                </a:lnTo>
                <a:lnTo>
                  <a:pt x="439048" y="1890724"/>
                </a:lnTo>
                <a:lnTo>
                  <a:pt x="404971" y="1919819"/>
                </a:lnTo>
                <a:lnTo>
                  <a:pt x="370431" y="1948381"/>
                </a:lnTo>
                <a:lnTo>
                  <a:pt x="335434" y="1976404"/>
                </a:lnTo>
                <a:lnTo>
                  <a:pt x="299988" y="2003880"/>
                </a:lnTo>
                <a:lnTo>
                  <a:pt x="264097" y="2030804"/>
                </a:lnTo>
                <a:lnTo>
                  <a:pt x="227769" y="2057169"/>
                </a:lnTo>
                <a:lnTo>
                  <a:pt x="191009" y="2082969"/>
                </a:lnTo>
                <a:lnTo>
                  <a:pt x="153825" y="2108198"/>
                </a:lnTo>
                <a:lnTo>
                  <a:pt x="116223" y="2132848"/>
                </a:lnTo>
                <a:lnTo>
                  <a:pt x="78208" y="2156914"/>
                </a:lnTo>
                <a:lnTo>
                  <a:pt x="39788" y="2180390"/>
                </a:lnTo>
                <a:lnTo>
                  <a:pt x="969" y="2203268"/>
                </a:lnTo>
                <a:lnTo>
                  <a:pt x="0" y="2203819"/>
                </a:lnTo>
                <a:close/>
              </a:path>
            </a:pathLst>
          </a:custGeom>
          <a:solidFill>
            <a:srgbClr val="6261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64854" y="3490772"/>
            <a:ext cx="9144000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spcBef>
                <a:spcPts val="100"/>
              </a:spcBef>
            </a:pPr>
            <a:r>
              <a:rPr lang="en-US" sz="8000" dirty="0" smtClean="0">
                <a:solidFill>
                  <a:srgbClr val="24225C"/>
                </a:solidFill>
                <a:latin typeface="Assistant Bold Bold"/>
              </a:rPr>
              <a:t>1- </a:t>
            </a:r>
            <a:r>
              <a:rPr lang="en-US" sz="8000" dirty="0">
                <a:solidFill>
                  <a:srgbClr val="24225C"/>
                </a:solidFill>
                <a:latin typeface="Assistant Bold Bold"/>
              </a:rPr>
              <a:t>Introduction</a:t>
            </a:r>
            <a:br>
              <a:rPr lang="en-US" sz="8000" dirty="0">
                <a:solidFill>
                  <a:srgbClr val="24225C"/>
                </a:solidFill>
                <a:latin typeface="Assistant Bold Bold"/>
              </a:rPr>
            </a:br>
            <a:endParaRPr sz="80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2"/>
          <p:cNvGrpSpPr/>
          <p:nvPr/>
        </p:nvGrpSpPr>
        <p:grpSpPr>
          <a:xfrm>
            <a:off x="997843" y="92"/>
            <a:ext cx="17288510" cy="10287000"/>
            <a:chOff x="997843" y="92"/>
            <a:chExt cx="17288510" cy="10287000"/>
          </a:xfrm>
        </p:grpSpPr>
        <p:sp>
          <p:nvSpPr>
            <p:cNvPr id="6" name="object 3"/>
            <p:cNvSpPr/>
            <p:nvPr/>
          </p:nvSpPr>
          <p:spPr>
            <a:xfrm>
              <a:off x="14352318" y="92"/>
              <a:ext cx="3933825" cy="10287000"/>
            </a:xfrm>
            <a:custGeom>
              <a:avLst/>
              <a:gdLst/>
              <a:ahLst/>
              <a:cxnLst/>
              <a:rect l="l" t="t" r="r" b="b"/>
              <a:pathLst>
                <a:path w="3933825" h="10287000">
                  <a:moveTo>
                    <a:pt x="3933824" y="10286816"/>
                  </a:moveTo>
                  <a:lnTo>
                    <a:pt x="0" y="10286816"/>
                  </a:lnTo>
                  <a:lnTo>
                    <a:pt x="0" y="0"/>
                  </a:lnTo>
                  <a:lnTo>
                    <a:pt x="3933824" y="0"/>
                  </a:lnTo>
                  <a:lnTo>
                    <a:pt x="3933824" y="10286816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4"/>
            <p:cNvSpPr/>
            <p:nvPr/>
          </p:nvSpPr>
          <p:spPr>
            <a:xfrm>
              <a:off x="997843" y="9282113"/>
              <a:ext cx="16182975" cy="0"/>
            </a:xfrm>
            <a:custGeom>
              <a:avLst/>
              <a:gdLst/>
              <a:ahLst/>
              <a:cxnLst/>
              <a:rect l="l" t="t" r="r" b="b"/>
              <a:pathLst>
                <a:path w="16182975">
                  <a:moveTo>
                    <a:pt x="0" y="0"/>
                  </a:moveTo>
                  <a:lnTo>
                    <a:pt x="16182973" y="0"/>
                  </a:lnTo>
                </a:path>
              </a:pathLst>
            </a:custGeom>
            <a:ln w="47624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/>
            <p:cNvSpPr/>
            <p:nvPr/>
          </p:nvSpPr>
          <p:spPr>
            <a:xfrm>
              <a:off x="11855577" y="2271081"/>
              <a:ext cx="5629275" cy="5629275"/>
            </a:xfrm>
            <a:custGeom>
              <a:avLst/>
              <a:gdLst/>
              <a:ahLst/>
              <a:cxnLst/>
              <a:rect l="l" t="t" r="r" b="b"/>
              <a:pathLst>
                <a:path w="5629275" h="5629275">
                  <a:moveTo>
                    <a:pt x="2814637" y="5629274"/>
                  </a:moveTo>
                  <a:lnTo>
                    <a:pt x="2766156" y="5628865"/>
                  </a:lnTo>
                  <a:lnTo>
                    <a:pt x="2717874" y="5627642"/>
                  </a:lnTo>
                  <a:lnTo>
                    <a:pt x="2669796" y="5625611"/>
                  </a:lnTo>
                  <a:lnTo>
                    <a:pt x="2621929" y="5622780"/>
                  </a:lnTo>
                  <a:lnTo>
                    <a:pt x="2574281" y="5619155"/>
                  </a:lnTo>
                  <a:lnTo>
                    <a:pt x="2526856" y="5614742"/>
                  </a:lnTo>
                  <a:lnTo>
                    <a:pt x="2479663" y="5609548"/>
                  </a:lnTo>
                  <a:lnTo>
                    <a:pt x="2432707" y="5603579"/>
                  </a:lnTo>
                  <a:lnTo>
                    <a:pt x="2385995" y="5596843"/>
                  </a:lnTo>
                  <a:lnTo>
                    <a:pt x="2339534" y="5589345"/>
                  </a:lnTo>
                  <a:lnTo>
                    <a:pt x="2293330" y="5581092"/>
                  </a:lnTo>
                  <a:lnTo>
                    <a:pt x="2247389" y="5572090"/>
                  </a:lnTo>
                  <a:lnTo>
                    <a:pt x="2201719" y="5562347"/>
                  </a:lnTo>
                  <a:lnTo>
                    <a:pt x="2156325" y="5551869"/>
                  </a:lnTo>
                  <a:lnTo>
                    <a:pt x="2111215" y="5540662"/>
                  </a:lnTo>
                  <a:lnTo>
                    <a:pt x="2066395" y="5528732"/>
                  </a:lnTo>
                  <a:lnTo>
                    <a:pt x="2021871" y="5516087"/>
                  </a:lnTo>
                  <a:lnTo>
                    <a:pt x="1977650" y="5502733"/>
                  </a:lnTo>
                  <a:lnTo>
                    <a:pt x="1933738" y="5488677"/>
                  </a:lnTo>
                  <a:lnTo>
                    <a:pt x="1890143" y="5473924"/>
                  </a:lnTo>
                  <a:lnTo>
                    <a:pt x="1846870" y="5458482"/>
                  </a:lnTo>
                  <a:lnTo>
                    <a:pt x="1803926" y="5442358"/>
                  </a:lnTo>
                  <a:lnTo>
                    <a:pt x="1761318" y="5425556"/>
                  </a:lnTo>
                  <a:lnTo>
                    <a:pt x="1719053" y="5408086"/>
                  </a:lnTo>
                  <a:lnTo>
                    <a:pt x="1677136" y="5389952"/>
                  </a:lnTo>
                  <a:lnTo>
                    <a:pt x="1635575" y="5371161"/>
                  </a:lnTo>
                  <a:lnTo>
                    <a:pt x="1594375" y="5351720"/>
                  </a:lnTo>
                  <a:lnTo>
                    <a:pt x="1553544" y="5331636"/>
                  </a:lnTo>
                  <a:lnTo>
                    <a:pt x="1513088" y="5310914"/>
                  </a:lnTo>
                  <a:lnTo>
                    <a:pt x="1473013" y="5289562"/>
                  </a:lnTo>
                  <a:lnTo>
                    <a:pt x="1433327" y="5267586"/>
                  </a:lnTo>
                  <a:lnTo>
                    <a:pt x="1394035" y="5244993"/>
                  </a:lnTo>
                  <a:lnTo>
                    <a:pt x="1355145" y="5221789"/>
                  </a:lnTo>
                  <a:lnTo>
                    <a:pt x="1316662" y="5197981"/>
                  </a:lnTo>
                  <a:lnTo>
                    <a:pt x="1278594" y="5173575"/>
                  </a:lnTo>
                  <a:lnTo>
                    <a:pt x="1240946" y="5148578"/>
                  </a:lnTo>
                  <a:lnTo>
                    <a:pt x="1203726" y="5122996"/>
                  </a:lnTo>
                  <a:lnTo>
                    <a:pt x="1166940" y="5096836"/>
                  </a:lnTo>
                  <a:lnTo>
                    <a:pt x="1130594" y="5070105"/>
                  </a:lnTo>
                  <a:lnTo>
                    <a:pt x="1094696" y="5042809"/>
                  </a:lnTo>
                  <a:lnTo>
                    <a:pt x="1059251" y="5014954"/>
                  </a:lnTo>
                  <a:lnTo>
                    <a:pt x="1024266" y="4986548"/>
                  </a:lnTo>
                  <a:lnTo>
                    <a:pt x="989748" y="4957596"/>
                  </a:lnTo>
                  <a:lnTo>
                    <a:pt x="955703" y="4928105"/>
                  </a:lnTo>
                  <a:lnTo>
                    <a:pt x="922138" y="4898082"/>
                  </a:lnTo>
                  <a:lnTo>
                    <a:pt x="889060" y="4867534"/>
                  </a:lnTo>
                  <a:lnTo>
                    <a:pt x="856474" y="4836466"/>
                  </a:lnTo>
                  <a:lnTo>
                    <a:pt x="824388" y="4804886"/>
                  </a:lnTo>
                  <a:lnTo>
                    <a:pt x="792807" y="4772799"/>
                  </a:lnTo>
                  <a:lnTo>
                    <a:pt x="761740" y="4740214"/>
                  </a:lnTo>
                  <a:lnTo>
                    <a:pt x="731191" y="4707135"/>
                  </a:lnTo>
                  <a:lnTo>
                    <a:pt x="701168" y="4673570"/>
                  </a:lnTo>
                  <a:lnTo>
                    <a:pt x="671678" y="4639525"/>
                  </a:lnTo>
                  <a:lnTo>
                    <a:pt x="642726" y="4605007"/>
                  </a:lnTo>
                  <a:lnTo>
                    <a:pt x="614319" y="4570022"/>
                  </a:lnTo>
                  <a:lnTo>
                    <a:pt x="586464" y="4534578"/>
                  </a:lnTo>
                  <a:lnTo>
                    <a:pt x="559168" y="4498679"/>
                  </a:lnTo>
                  <a:lnTo>
                    <a:pt x="532437" y="4462333"/>
                  </a:lnTo>
                  <a:lnTo>
                    <a:pt x="506277" y="4425547"/>
                  </a:lnTo>
                  <a:lnTo>
                    <a:pt x="480695" y="4388327"/>
                  </a:lnTo>
                  <a:lnTo>
                    <a:pt x="455698" y="4350680"/>
                  </a:lnTo>
                  <a:lnTo>
                    <a:pt x="431292" y="4312611"/>
                  </a:lnTo>
                  <a:lnTo>
                    <a:pt x="407484" y="4274128"/>
                  </a:lnTo>
                  <a:lnTo>
                    <a:pt x="384280" y="4235238"/>
                  </a:lnTo>
                  <a:lnTo>
                    <a:pt x="361687" y="4195946"/>
                  </a:lnTo>
                  <a:lnTo>
                    <a:pt x="339711" y="4156260"/>
                  </a:lnTo>
                  <a:lnTo>
                    <a:pt x="318359" y="4116185"/>
                  </a:lnTo>
                  <a:lnTo>
                    <a:pt x="297638" y="4075729"/>
                  </a:lnTo>
                  <a:lnTo>
                    <a:pt x="277553" y="4034898"/>
                  </a:lnTo>
                  <a:lnTo>
                    <a:pt x="258112" y="3993699"/>
                  </a:lnTo>
                  <a:lnTo>
                    <a:pt x="239322" y="3952137"/>
                  </a:lnTo>
                  <a:lnTo>
                    <a:pt x="221188" y="3910220"/>
                  </a:lnTo>
                  <a:lnTo>
                    <a:pt x="203717" y="3867955"/>
                  </a:lnTo>
                  <a:lnTo>
                    <a:pt x="186916" y="3825347"/>
                  </a:lnTo>
                  <a:lnTo>
                    <a:pt x="170791" y="3782403"/>
                  </a:lnTo>
                  <a:lnTo>
                    <a:pt x="155349" y="3739131"/>
                  </a:lnTo>
                  <a:lnTo>
                    <a:pt x="140597" y="3695535"/>
                  </a:lnTo>
                  <a:lnTo>
                    <a:pt x="126540" y="3651624"/>
                  </a:lnTo>
                  <a:lnTo>
                    <a:pt x="113186" y="3607403"/>
                  </a:lnTo>
                  <a:lnTo>
                    <a:pt x="100541" y="3562879"/>
                  </a:lnTo>
                  <a:lnTo>
                    <a:pt x="88612" y="3518058"/>
                  </a:lnTo>
                  <a:lnTo>
                    <a:pt x="77405" y="3472948"/>
                  </a:lnTo>
                  <a:lnTo>
                    <a:pt x="66926" y="3427555"/>
                  </a:lnTo>
                  <a:lnTo>
                    <a:pt x="57183" y="3381884"/>
                  </a:lnTo>
                  <a:lnTo>
                    <a:pt x="48182" y="3335944"/>
                  </a:lnTo>
                  <a:lnTo>
                    <a:pt x="39929" y="3289739"/>
                  </a:lnTo>
                  <a:lnTo>
                    <a:pt x="32430" y="3243278"/>
                  </a:lnTo>
                  <a:lnTo>
                    <a:pt x="25694" y="3196566"/>
                  </a:lnTo>
                  <a:lnTo>
                    <a:pt x="19725" y="3149610"/>
                  </a:lnTo>
                  <a:lnTo>
                    <a:pt x="14531" y="3102417"/>
                  </a:lnTo>
                  <a:lnTo>
                    <a:pt x="10118" y="3054993"/>
                  </a:lnTo>
                  <a:lnTo>
                    <a:pt x="6493" y="3007344"/>
                  </a:lnTo>
                  <a:lnTo>
                    <a:pt x="3662" y="2959477"/>
                  </a:lnTo>
                  <a:lnTo>
                    <a:pt x="1632" y="2911400"/>
                  </a:lnTo>
                  <a:lnTo>
                    <a:pt x="409" y="2863117"/>
                  </a:lnTo>
                  <a:lnTo>
                    <a:pt x="0" y="2814637"/>
                  </a:lnTo>
                  <a:lnTo>
                    <a:pt x="409" y="2766156"/>
                  </a:lnTo>
                  <a:lnTo>
                    <a:pt x="1632" y="2717874"/>
                  </a:lnTo>
                  <a:lnTo>
                    <a:pt x="3662" y="2669796"/>
                  </a:lnTo>
                  <a:lnTo>
                    <a:pt x="6493" y="2621929"/>
                  </a:lnTo>
                  <a:lnTo>
                    <a:pt x="10118" y="2574281"/>
                  </a:lnTo>
                  <a:lnTo>
                    <a:pt x="14531" y="2526856"/>
                  </a:lnTo>
                  <a:lnTo>
                    <a:pt x="19725" y="2479663"/>
                  </a:lnTo>
                  <a:lnTo>
                    <a:pt x="25694" y="2432707"/>
                  </a:lnTo>
                  <a:lnTo>
                    <a:pt x="32430" y="2385995"/>
                  </a:lnTo>
                  <a:lnTo>
                    <a:pt x="39929" y="2339534"/>
                  </a:lnTo>
                  <a:lnTo>
                    <a:pt x="48182" y="2293330"/>
                  </a:lnTo>
                  <a:lnTo>
                    <a:pt x="57183" y="2247389"/>
                  </a:lnTo>
                  <a:lnTo>
                    <a:pt x="66926" y="2201719"/>
                  </a:lnTo>
                  <a:lnTo>
                    <a:pt x="77405" y="2156325"/>
                  </a:lnTo>
                  <a:lnTo>
                    <a:pt x="88612" y="2111215"/>
                  </a:lnTo>
                  <a:lnTo>
                    <a:pt x="100541" y="2066395"/>
                  </a:lnTo>
                  <a:lnTo>
                    <a:pt x="113186" y="2021871"/>
                  </a:lnTo>
                  <a:lnTo>
                    <a:pt x="126540" y="1977650"/>
                  </a:lnTo>
                  <a:lnTo>
                    <a:pt x="140597" y="1933738"/>
                  </a:lnTo>
                  <a:lnTo>
                    <a:pt x="155349" y="1890143"/>
                  </a:lnTo>
                  <a:lnTo>
                    <a:pt x="170791" y="1846870"/>
                  </a:lnTo>
                  <a:lnTo>
                    <a:pt x="186916" y="1803926"/>
                  </a:lnTo>
                  <a:lnTo>
                    <a:pt x="203717" y="1761318"/>
                  </a:lnTo>
                  <a:lnTo>
                    <a:pt x="221188" y="1719053"/>
                  </a:lnTo>
                  <a:lnTo>
                    <a:pt x="239322" y="1677136"/>
                  </a:lnTo>
                  <a:lnTo>
                    <a:pt x="258112" y="1635575"/>
                  </a:lnTo>
                  <a:lnTo>
                    <a:pt x="277553" y="1594375"/>
                  </a:lnTo>
                  <a:lnTo>
                    <a:pt x="297638" y="1553544"/>
                  </a:lnTo>
                  <a:lnTo>
                    <a:pt x="318359" y="1513088"/>
                  </a:lnTo>
                  <a:lnTo>
                    <a:pt x="339711" y="1473013"/>
                  </a:lnTo>
                  <a:lnTo>
                    <a:pt x="361687" y="1433327"/>
                  </a:lnTo>
                  <a:lnTo>
                    <a:pt x="384280" y="1394035"/>
                  </a:lnTo>
                  <a:lnTo>
                    <a:pt x="407484" y="1355145"/>
                  </a:lnTo>
                  <a:lnTo>
                    <a:pt x="431292" y="1316662"/>
                  </a:lnTo>
                  <a:lnTo>
                    <a:pt x="455698" y="1278594"/>
                  </a:lnTo>
                  <a:lnTo>
                    <a:pt x="480695" y="1240946"/>
                  </a:lnTo>
                  <a:lnTo>
                    <a:pt x="506277" y="1203726"/>
                  </a:lnTo>
                  <a:lnTo>
                    <a:pt x="532437" y="1166940"/>
                  </a:lnTo>
                  <a:lnTo>
                    <a:pt x="559168" y="1130594"/>
                  </a:lnTo>
                  <a:lnTo>
                    <a:pt x="586464" y="1094696"/>
                  </a:lnTo>
                  <a:lnTo>
                    <a:pt x="614319" y="1059251"/>
                  </a:lnTo>
                  <a:lnTo>
                    <a:pt x="642726" y="1024266"/>
                  </a:lnTo>
                  <a:lnTo>
                    <a:pt x="671678" y="989748"/>
                  </a:lnTo>
                  <a:lnTo>
                    <a:pt x="701168" y="955703"/>
                  </a:lnTo>
                  <a:lnTo>
                    <a:pt x="731191" y="922138"/>
                  </a:lnTo>
                  <a:lnTo>
                    <a:pt x="761740" y="889060"/>
                  </a:lnTo>
                  <a:lnTo>
                    <a:pt x="792807" y="856474"/>
                  </a:lnTo>
                  <a:lnTo>
                    <a:pt x="824388" y="824388"/>
                  </a:lnTo>
                  <a:lnTo>
                    <a:pt x="856474" y="792807"/>
                  </a:lnTo>
                  <a:lnTo>
                    <a:pt x="889060" y="761740"/>
                  </a:lnTo>
                  <a:lnTo>
                    <a:pt x="922138" y="731191"/>
                  </a:lnTo>
                  <a:lnTo>
                    <a:pt x="955703" y="701168"/>
                  </a:lnTo>
                  <a:lnTo>
                    <a:pt x="989748" y="671678"/>
                  </a:lnTo>
                  <a:lnTo>
                    <a:pt x="1024266" y="642726"/>
                  </a:lnTo>
                  <a:lnTo>
                    <a:pt x="1059251" y="614319"/>
                  </a:lnTo>
                  <a:lnTo>
                    <a:pt x="1094696" y="586464"/>
                  </a:lnTo>
                  <a:lnTo>
                    <a:pt x="1130594" y="559168"/>
                  </a:lnTo>
                  <a:lnTo>
                    <a:pt x="1166940" y="532437"/>
                  </a:lnTo>
                  <a:lnTo>
                    <a:pt x="1203726" y="506277"/>
                  </a:lnTo>
                  <a:lnTo>
                    <a:pt x="1240946" y="480695"/>
                  </a:lnTo>
                  <a:lnTo>
                    <a:pt x="1278594" y="455698"/>
                  </a:lnTo>
                  <a:lnTo>
                    <a:pt x="1316662" y="431292"/>
                  </a:lnTo>
                  <a:lnTo>
                    <a:pt x="1355145" y="407484"/>
                  </a:lnTo>
                  <a:lnTo>
                    <a:pt x="1394035" y="384280"/>
                  </a:lnTo>
                  <a:lnTo>
                    <a:pt x="1433327" y="361687"/>
                  </a:lnTo>
                  <a:lnTo>
                    <a:pt x="1473013" y="339711"/>
                  </a:lnTo>
                  <a:lnTo>
                    <a:pt x="1513088" y="318359"/>
                  </a:lnTo>
                  <a:lnTo>
                    <a:pt x="1553544" y="297638"/>
                  </a:lnTo>
                  <a:lnTo>
                    <a:pt x="1594375" y="277553"/>
                  </a:lnTo>
                  <a:lnTo>
                    <a:pt x="1635575" y="258112"/>
                  </a:lnTo>
                  <a:lnTo>
                    <a:pt x="1677136" y="239322"/>
                  </a:lnTo>
                  <a:lnTo>
                    <a:pt x="1719053" y="221188"/>
                  </a:lnTo>
                  <a:lnTo>
                    <a:pt x="1761318" y="203717"/>
                  </a:lnTo>
                  <a:lnTo>
                    <a:pt x="1803926" y="186916"/>
                  </a:lnTo>
                  <a:lnTo>
                    <a:pt x="1846870" y="170791"/>
                  </a:lnTo>
                  <a:lnTo>
                    <a:pt x="1890143" y="155349"/>
                  </a:lnTo>
                  <a:lnTo>
                    <a:pt x="1933738" y="140597"/>
                  </a:lnTo>
                  <a:lnTo>
                    <a:pt x="1977650" y="126540"/>
                  </a:lnTo>
                  <a:lnTo>
                    <a:pt x="2021871" y="113186"/>
                  </a:lnTo>
                  <a:lnTo>
                    <a:pt x="2066395" y="100541"/>
                  </a:lnTo>
                  <a:lnTo>
                    <a:pt x="2111215" y="88612"/>
                  </a:lnTo>
                  <a:lnTo>
                    <a:pt x="2156325" y="77405"/>
                  </a:lnTo>
                  <a:lnTo>
                    <a:pt x="2201719" y="66926"/>
                  </a:lnTo>
                  <a:lnTo>
                    <a:pt x="2247389" y="57183"/>
                  </a:lnTo>
                  <a:lnTo>
                    <a:pt x="2293330" y="48182"/>
                  </a:lnTo>
                  <a:lnTo>
                    <a:pt x="2339534" y="39929"/>
                  </a:lnTo>
                  <a:lnTo>
                    <a:pt x="2385995" y="32430"/>
                  </a:lnTo>
                  <a:lnTo>
                    <a:pt x="2432707" y="25694"/>
                  </a:lnTo>
                  <a:lnTo>
                    <a:pt x="2479663" y="19725"/>
                  </a:lnTo>
                  <a:lnTo>
                    <a:pt x="2526856" y="14531"/>
                  </a:lnTo>
                  <a:lnTo>
                    <a:pt x="2574281" y="10118"/>
                  </a:lnTo>
                  <a:lnTo>
                    <a:pt x="2621929" y="6493"/>
                  </a:lnTo>
                  <a:lnTo>
                    <a:pt x="2669796" y="3662"/>
                  </a:lnTo>
                  <a:lnTo>
                    <a:pt x="2717874" y="1632"/>
                  </a:lnTo>
                  <a:lnTo>
                    <a:pt x="2766156" y="409"/>
                  </a:lnTo>
                  <a:lnTo>
                    <a:pt x="2814637" y="0"/>
                  </a:lnTo>
                  <a:lnTo>
                    <a:pt x="2863117" y="409"/>
                  </a:lnTo>
                  <a:lnTo>
                    <a:pt x="2911400" y="1632"/>
                  </a:lnTo>
                  <a:lnTo>
                    <a:pt x="2959477" y="3662"/>
                  </a:lnTo>
                  <a:lnTo>
                    <a:pt x="3007344" y="6493"/>
                  </a:lnTo>
                  <a:lnTo>
                    <a:pt x="3054993" y="10118"/>
                  </a:lnTo>
                  <a:lnTo>
                    <a:pt x="3102417" y="14531"/>
                  </a:lnTo>
                  <a:lnTo>
                    <a:pt x="3149610" y="19725"/>
                  </a:lnTo>
                  <a:lnTo>
                    <a:pt x="3196566" y="25694"/>
                  </a:lnTo>
                  <a:lnTo>
                    <a:pt x="3243278" y="32430"/>
                  </a:lnTo>
                  <a:lnTo>
                    <a:pt x="3289739" y="39929"/>
                  </a:lnTo>
                  <a:lnTo>
                    <a:pt x="3335944" y="48182"/>
                  </a:lnTo>
                  <a:lnTo>
                    <a:pt x="3381884" y="57183"/>
                  </a:lnTo>
                  <a:lnTo>
                    <a:pt x="3427555" y="66926"/>
                  </a:lnTo>
                  <a:lnTo>
                    <a:pt x="3472948" y="77405"/>
                  </a:lnTo>
                  <a:lnTo>
                    <a:pt x="3518058" y="88612"/>
                  </a:lnTo>
                  <a:lnTo>
                    <a:pt x="3562879" y="100541"/>
                  </a:lnTo>
                  <a:lnTo>
                    <a:pt x="3607403" y="113186"/>
                  </a:lnTo>
                  <a:lnTo>
                    <a:pt x="3651624" y="126540"/>
                  </a:lnTo>
                  <a:lnTo>
                    <a:pt x="3695535" y="140597"/>
                  </a:lnTo>
                  <a:lnTo>
                    <a:pt x="3739131" y="155349"/>
                  </a:lnTo>
                  <a:lnTo>
                    <a:pt x="3782403" y="170791"/>
                  </a:lnTo>
                  <a:lnTo>
                    <a:pt x="3825347" y="186916"/>
                  </a:lnTo>
                  <a:lnTo>
                    <a:pt x="3867955" y="203717"/>
                  </a:lnTo>
                  <a:lnTo>
                    <a:pt x="3910220" y="221188"/>
                  </a:lnTo>
                  <a:lnTo>
                    <a:pt x="3952137" y="239322"/>
                  </a:lnTo>
                  <a:lnTo>
                    <a:pt x="3993699" y="258112"/>
                  </a:lnTo>
                  <a:lnTo>
                    <a:pt x="4034898" y="277553"/>
                  </a:lnTo>
                  <a:lnTo>
                    <a:pt x="4075729" y="297638"/>
                  </a:lnTo>
                  <a:lnTo>
                    <a:pt x="4116185" y="318359"/>
                  </a:lnTo>
                  <a:lnTo>
                    <a:pt x="4156260" y="339711"/>
                  </a:lnTo>
                  <a:lnTo>
                    <a:pt x="4195946" y="361687"/>
                  </a:lnTo>
                  <a:lnTo>
                    <a:pt x="4235238" y="384280"/>
                  </a:lnTo>
                  <a:lnTo>
                    <a:pt x="4274128" y="407484"/>
                  </a:lnTo>
                  <a:lnTo>
                    <a:pt x="4312611" y="431292"/>
                  </a:lnTo>
                  <a:lnTo>
                    <a:pt x="4350680" y="455698"/>
                  </a:lnTo>
                  <a:lnTo>
                    <a:pt x="4388327" y="480695"/>
                  </a:lnTo>
                  <a:lnTo>
                    <a:pt x="4425547" y="506277"/>
                  </a:lnTo>
                  <a:lnTo>
                    <a:pt x="4462333" y="532437"/>
                  </a:lnTo>
                  <a:lnTo>
                    <a:pt x="4498679" y="559168"/>
                  </a:lnTo>
                  <a:lnTo>
                    <a:pt x="4534578" y="586464"/>
                  </a:lnTo>
                  <a:lnTo>
                    <a:pt x="4570022" y="614319"/>
                  </a:lnTo>
                  <a:lnTo>
                    <a:pt x="4605007" y="642726"/>
                  </a:lnTo>
                  <a:lnTo>
                    <a:pt x="4639525" y="671678"/>
                  </a:lnTo>
                  <a:lnTo>
                    <a:pt x="4673570" y="701168"/>
                  </a:lnTo>
                  <a:lnTo>
                    <a:pt x="4707135" y="731191"/>
                  </a:lnTo>
                  <a:lnTo>
                    <a:pt x="4740214" y="761740"/>
                  </a:lnTo>
                  <a:lnTo>
                    <a:pt x="4772799" y="792807"/>
                  </a:lnTo>
                  <a:lnTo>
                    <a:pt x="4804886" y="824388"/>
                  </a:lnTo>
                  <a:lnTo>
                    <a:pt x="4836466" y="856474"/>
                  </a:lnTo>
                  <a:lnTo>
                    <a:pt x="4867534" y="889060"/>
                  </a:lnTo>
                  <a:lnTo>
                    <a:pt x="4898082" y="922138"/>
                  </a:lnTo>
                  <a:lnTo>
                    <a:pt x="4928105" y="955703"/>
                  </a:lnTo>
                  <a:lnTo>
                    <a:pt x="4957596" y="989748"/>
                  </a:lnTo>
                  <a:lnTo>
                    <a:pt x="4986548" y="1024266"/>
                  </a:lnTo>
                  <a:lnTo>
                    <a:pt x="5014954" y="1059251"/>
                  </a:lnTo>
                  <a:lnTo>
                    <a:pt x="5042809" y="1094696"/>
                  </a:lnTo>
                  <a:lnTo>
                    <a:pt x="5070105" y="1130594"/>
                  </a:lnTo>
                  <a:lnTo>
                    <a:pt x="5096836" y="1166940"/>
                  </a:lnTo>
                  <a:lnTo>
                    <a:pt x="5122996" y="1203726"/>
                  </a:lnTo>
                  <a:lnTo>
                    <a:pt x="5148578" y="1240946"/>
                  </a:lnTo>
                  <a:lnTo>
                    <a:pt x="5173575" y="1278594"/>
                  </a:lnTo>
                  <a:lnTo>
                    <a:pt x="5197981" y="1316662"/>
                  </a:lnTo>
                  <a:lnTo>
                    <a:pt x="5221789" y="1355145"/>
                  </a:lnTo>
                  <a:lnTo>
                    <a:pt x="5244993" y="1394035"/>
                  </a:lnTo>
                  <a:lnTo>
                    <a:pt x="5267586" y="1433327"/>
                  </a:lnTo>
                  <a:lnTo>
                    <a:pt x="5289562" y="1473013"/>
                  </a:lnTo>
                  <a:lnTo>
                    <a:pt x="5310914" y="1513088"/>
                  </a:lnTo>
                  <a:lnTo>
                    <a:pt x="5331636" y="1553544"/>
                  </a:lnTo>
                  <a:lnTo>
                    <a:pt x="5351720" y="1594375"/>
                  </a:lnTo>
                  <a:lnTo>
                    <a:pt x="5371161" y="1635575"/>
                  </a:lnTo>
                  <a:lnTo>
                    <a:pt x="5389952" y="1677136"/>
                  </a:lnTo>
                  <a:lnTo>
                    <a:pt x="5408086" y="1719053"/>
                  </a:lnTo>
                  <a:lnTo>
                    <a:pt x="5425556" y="1761318"/>
                  </a:lnTo>
                  <a:lnTo>
                    <a:pt x="5442358" y="1803926"/>
                  </a:lnTo>
                  <a:lnTo>
                    <a:pt x="5458482" y="1846870"/>
                  </a:lnTo>
                  <a:lnTo>
                    <a:pt x="5473924" y="1890143"/>
                  </a:lnTo>
                  <a:lnTo>
                    <a:pt x="5488677" y="1933738"/>
                  </a:lnTo>
                  <a:lnTo>
                    <a:pt x="5502733" y="1977650"/>
                  </a:lnTo>
                  <a:lnTo>
                    <a:pt x="5516087" y="2021871"/>
                  </a:lnTo>
                  <a:lnTo>
                    <a:pt x="5528732" y="2066395"/>
                  </a:lnTo>
                  <a:lnTo>
                    <a:pt x="5540662" y="2111215"/>
                  </a:lnTo>
                  <a:lnTo>
                    <a:pt x="5551869" y="2156325"/>
                  </a:lnTo>
                  <a:lnTo>
                    <a:pt x="5562347" y="2201719"/>
                  </a:lnTo>
                  <a:lnTo>
                    <a:pt x="5572090" y="2247389"/>
                  </a:lnTo>
                  <a:lnTo>
                    <a:pt x="5581092" y="2293330"/>
                  </a:lnTo>
                  <a:lnTo>
                    <a:pt x="5589345" y="2339534"/>
                  </a:lnTo>
                  <a:lnTo>
                    <a:pt x="5596843" y="2385995"/>
                  </a:lnTo>
                  <a:lnTo>
                    <a:pt x="5603579" y="2432707"/>
                  </a:lnTo>
                  <a:lnTo>
                    <a:pt x="5609548" y="2479663"/>
                  </a:lnTo>
                  <a:lnTo>
                    <a:pt x="5614742" y="2526856"/>
                  </a:lnTo>
                  <a:lnTo>
                    <a:pt x="5619155" y="2574281"/>
                  </a:lnTo>
                  <a:lnTo>
                    <a:pt x="5622780" y="2621929"/>
                  </a:lnTo>
                  <a:lnTo>
                    <a:pt x="5625611" y="2669796"/>
                  </a:lnTo>
                  <a:lnTo>
                    <a:pt x="5627642" y="2717874"/>
                  </a:lnTo>
                  <a:lnTo>
                    <a:pt x="5628865" y="2766156"/>
                  </a:lnTo>
                  <a:lnTo>
                    <a:pt x="5629274" y="2814637"/>
                  </a:lnTo>
                  <a:lnTo>
                    <a:pt x="5628865" y="2863117"/>
                  </a:lnTo>
                  <a:lnTo>
                    <a:pt x="5627642" y="2911400"/>
                  </a:lnTo>
                  <a:lnTo>
                    <a:pt x="5625611" y="2959477"/>
                  </a:lnTo>
                  <a:lnTo>
                    <a:pt x="5622780" y="3007344"/>
                  </a:lnTo>
                  <a:lnTo>
                    <a:pt x="5619155" y="3054993"/>
                  </a:lnTo>
                  <a:lnTo>
                    <a:pt x="5614742" y="3102417"/>
                  </a:lnTo>
                  <a:lnTo>
                    <a:pt x="5609548" y="3149610"/>
                  </a:lnTo>
                  <a:lnTo>
                    <a:pt x="5603579" y="3196566"/>
                  </a:lnTo>
                  <a:lnTo>
                    <a:pt x="5596843" y="3243278"/>
                  </a:lnTo>
                  <a:lnTo>
                    <a:pt x="5589345" y="3289739"/>
                  </a:lnTo>
                  <a:lnTo>
                    <a:pt x="5581092" y="3335944"/>
                  </a:lnTo>
                  <a:lnTo>
                    <a:pt x="5572090" y="3381884"/>
                  </a:lnTo>
                  <a:lnTo>
                    <a:pt x="5562347" y="3427555"/>
                  </a:lnTo>
                  <a:lnTo>
                    <a:pt x="5551869" y="3472948"/>
                  </a:lnTo>
                  <a:lnTo>
                    <a:pt x="5540662" y="3518058"/>
                  </a:lnTo>
                  <a:lnTo>
                    <a:pt x="5528732" y="3562879"/>
                  </a:lnTo>
                  <a:lnTo>
                    <a:pt x="5516087" y="3607403"/>
                  </a:lnTo>
                  <a:lnTo>
                    <a:pt x="5502733" y="3651624"/>
                  </a:lnTo>
                  <a:lnTo>
                    <a:pt x="5488677" y="3695535"/>
                  </a:lnTo>
                  <a:lnTo>
                    <a:pt x="5473924" y="3739131"/>
                  </a:lnTo>
                  <a:lnTo>
                    <a:pt x="5458482" y="3782403"/>
                  </a:lnTo>
                  <a:lnTo>
                    <a:pt x="5442358" y="3825347"/>
                  </a:lnTo>
                  <a:lnTo>
                    <a:pt x="5425556" y="3867955"/>
                  </a:lnTo>
                  <a:lnTo>
                    <a:pt x="5408086" y="3910220"/>
                  </a:lnTo>
                  <a:lnTo>
                    <a:pt x="5389952" y="3952137"/>
                  </a:lnTo>
                  <a:lnTo>
                    <a:pt x="5371161" y="3993699"/>
                  </a:lnTo>
                  <a:lnTo>
                    <a:pt x="5351720" y="4034898"/>
                  </a:lnTo>
                  <a:lnTo>
                    <a:pt x="5331636" y="4075729"/>
                  </a:lnTo>
                  <a:lnTo>
                    <a:pt x="5310914" y="4116185"/>
                  </a:lnTo>
                  <a:lnTo>
                    <a:pt x="5289562" y="4156260"/>
                  </a:lnTo>
                  <a:lnTo>
                    <a:pt x="5267586" y="4195946"/>
                  </a:lnTo>
                  <a:lnTo>
                    <a:pt x="5244993" y="4235238"/>
                  </a:lnTo>
                  <a:lnTo>
                    <a:pt x="5221789" y="4274128"/>
                  </a:lnTo>
                  <a:lnTo>
                    <a:pt x="5197981" y="4312611"/>
                  </a:lnTo>
                  <a:lnTo>
                    <a:pt x="5173575" y="4350680"/>
                  </a:lnTo>
                  <a:lnTo>
                    <a:pt x="5148578" y="4388327"/>
                  </a:lnTo>
                  <a:lnTo>
                    <a:pt x="5122996" y="4425547"/>
                  </a:lnTo>
                  <a:lnTo>
                    <a:pt x="5096836" y="4462333"/>
                  </a:lnTo>
                  <a:lnTo>
                    <a:pt x="5070105" y="4498679"/>
                  </a:lnTo>
                  <a:lnTo>
                    <a:pt x="5042809" y="4534578"/>
                  </a:lnTo>
                  <a:lnTo>
                    <a:pt x="5014954" y="4570022"/>
                  </a:lnTo>
                  <a:lnTo>
                    <a:pt x="4986548" y="4605007"/>
                  </a:lnTo>
                  <a:lnTo>
                    <a:pt x="4957596" y="4639525"/>
                  </a:lnTo>
                  <a:lnTo>
                    <a:pt x="4928105" y="4673570"/>
                  </a:lnTo>
                  <a:lnTo>
                    <a:pt x="4898082" y="4707135"/>
                  </a:lnTo>
                  <a:lnTo>
                    <a:pt x="4867534" y="4740214"/>
                  </a:lnTo>
                  <a:lnTo>
                    <a:pt x="4836466" y="4772799"/>
                  </a:lnTo>
                  <a:lnTo>
                    <a:pt x="4804886" y="4804886"/>
                  </a:lnTo>
                  <a:lnTo>
                    <a:pt x="4772799" y="4836466"/>
                  </a:lnTo>
                  <a:lnTo>
                    <a:pt x="4740214" y="4867534"/>
                  </a:lnTo>
                  <a:lnTo>
                    <a:pt x="4707135" y="4898082"/>
                  </a:lnTo>
                  <a:lnTo>
                    <a:pt x="4673570" y="4928105"/>
                  </a:lnTo>
                  <a:lnTo>
                    <a:pt x="4639525" y="4957596"/>
                  </a:lnTo>
                  <a:lnTo>
                    <a:pt x="4605007" y="4986548"/>
                  </a:lnTo>
                  <a:lnTo>
                    <a:pt x="4570022" y="5014954"/>
                  </a:lnTo>
                  <a:lnTo>
                    <a:pt x="4534578" y="5042809"/>
                  </a:lnTo>
                  <a:lnTo>
                    <a:pt x="4498679" y="5070105"/>
                  </a:lnTo>
                  <a:lnTo>
                    <a:pt x="4462333" y="5096836"/>
                  </a:lnTo>
                  <a:lnTo>
                    <a:pt x="4425547" y="5122996"/>
                  </a:lnTo>
                  <a:lnTo>
                    <a:pt x="4388327" y="5148578"/>
                  </a:lnTo>
                  <a:lnTo>
                    <a:pt x="4350680" y="5173575"/>
                  </a:lnTo>
                  <a:lnTo>
                    <a:pt x="4312611" y="5197981"/>
                  </a:lnTo>
                  <a:lnTo>
                    <a:pt x="4274128" y="5221789"/>
                  </a:lnTo>
                  <a:lnTo>
                    <a:pt x="4235238" y="5244993"/>
                  </a:lnTo>
                  <a:lnTo>
                    <a:pt x="4195946" y="5267586"/>
                  </a:lnTo>
                  <a:lnTo>
                    <a:pt x="4156260" y="5289562"/>
                  </a:lnTo>
                  <a:lnTo>
                    <a:pt x="4116185" y="5310914"/>
                  </a:lnTo>
                  <a:lnTo>
                    <a:pt x="4075729" y="5331636"/>
                  </a:lnTo>
                  <a:lnTo>
                    <a:pt x="4034898" y="5351720"/>
                  </a:lnTo>
                  <a:lnTo>
                    <a:pt x="3993699" y="5371161"/>
                  </a:lnTo>
                  <a:lnTo>
                    <a:pt x="3952137" y="5389952"/>
                  </a:lnTo>
                  <a:lnTo>
                    <a:pt x="3910220" y="5408086"/>
                  </a:lnTo>
                  <a:lnTo>
                    <a:pt x="3867955" y="5425556"/>
                  </a:lnTo>
                  <a:lnTo>
                    <a:pt x="3825347" y="5442358"/>
                  </a:lnTo>
                  <a:lnTo>
                    <a:pt x="3782403" y="5458482"/>
                  </a:lnTo>
                  <a:lnTo>
                    <a:pt x="3739131" y="5473924"/>
                  </a:lnTo>
                  <a:lnTo>
                    <a:pt x="3695535" y="5488677"/>
                  </a:lnTo>
                  <a:lnTo>
                    <a:pt x="3651624" y="5502733"/>
                  </a:lnTo>
                  <a:lnTo>
                    <a:pt x="3607403" y="5516087"/>
                  </a:lnTo>
                  <a:lnTo>
                    <a:pt x="3562879" y="5528732"/>
                  </a:lnTo>
                  <a:lnTo>
                    <a:pt x="3518058" y="5540662"/>
                  </a:lnTo>
                  <a:lnTo>
                    <a:pt x="3472948" y="5551869"/>
                  </a:lnTo>
                  <a:lnTo>
                    <a:pt x="3427555" y="5562347"/>
                  </a:lnTo>
                  <a:lnTo>
                    <a:pt x="3381884" y="5572090"/>
                  </a:lnTo>
                  <a:lnTo>
                    <a:pt x="3335944" y="5581092"/>
                  </a:lnTo>
                  <a:lnTo>
                    <a:pt x="3289739" y="5589345"/>
                  </a:lnTo>
                  <a:lnTo>
                    <a:pt x="3243278" y="5596843"/>
                  </a:lnTo>
                  <a:lnTo>
                    <a:pt x="3196566" y="5603579"/>
                  </a:lnTo>
                  <a:lnTo>
                    <a:pt x="3149610" y="5609548"/>
                  </a:lnTo>
                  <a:lnTo>
                    <a:pt x="3102417" y="5614742"/>
                  </a:lnTo>
                  <a:lnTo>
                    <a:pt x="3054993" y="5619155"/>
                  </a:lnTo>
                  <a:lnTo>
                    <a:pt x="3007344" y="5622780"/>
                  </a:lnTo>
                  <a:lnTo>
                    <a:pt x="2959477" y="5625611"/>
                  </a:lnTo>
                  <a:lnTo>
                    <a:pt x="2911400" y="5627642"/>
                  </a:lnTo>
                  <a:lnTo>
                    <a:pt x="2863117" y="5628865"/>
                  </a:lnTo>
                  <a:lnTo>
                    <a:pt x="2814637" y="5629274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/>
            <p:cNvSpPr/>
            <p:nvPr/>
          </p:nvSpPr>
          <p:spPr>
            <a:xfrm>
              <a:off x="12101233" y="3072815"/>
              <a:ext cx="5158105" cy="4141470"/>
            </a:xfrm>
            <a:custGeom>
              <a:avLst/>
              <a:gdLst/>
              <a:ahLst/>
              <a:cxnLst/>
              <a:rect l="l" t="t" r="r" b="b"/>
              <a:pathLst>
                <a:path w="5158105" h="4141470">
                  <a:moveTo>
                    <a:pt x="5158029" y="3117875"/>
                  </a:moveTo>
                  <a:lnTo>
                    <a:pt x="0" y="3117875"/>
                  </a:lnTo>
                  <a:lnTo>
                    <a:pt x="0" y="3363455"/>
                  </a:lnTo>
                  <a:lnTo>
                    <a:pt x="4775" y="3410813"/>
                  </a:lnTo>
                  <a:lnTo>
                    <a:pt x="18478" y="3454933"/>
                  </a:lnTo>
                  <a:lnTo>
                    <a:pt x="40157" y="3494862"/>
                  </a:lnTo>
                  <a:lnTo>
                    <a:pt x="68859" y="3529647"/>
                  </a:lnTo>
                  <a:lnTo>
                    <a:pt x="103657" y="3558349"/>
                  </a:lnTo>
                  <a:lnTo>
                    <a:pt x="143586" y="3580028"/>
                  </a:lnTo>
                  <a:lnTo>
                    <a:pt x="187718" y="3593719"/>
                  </a:lnTo>
                  <a:lnTo>
                    <a:pt x="235102" y="3598494"/>
                  </a:lnTo>
                  <a:lnTo>
                    <a:pt x="1991283" y="3598494"/>
                  </a:lnTo>
                  <a:lnTo>
                    <a:pt x="1988400" y="3640188"/>
                  </a:lnTo>
                  <a:lnTo>
                    <a:pt x="1980755" y="3739921"/>
                  </a:lnTo>
                  <a:lnTo>
                    <a:pt x="1969820" y="3859720"/>
                  </a:lnTo>
                  <a:lnTo>
                    <a:pt x="1957070" y="3961587"/>
                  </a:lnTo>
                  <a:lnTo>
                    <a:pt x="1941423" y="4014190"/>
                  </a:lnTo>
                  <a:lnTo>
                    <a:pt x="1916531" y="4051655"/>
                  </a:lnTo>
                  <a:lnTo>
                    <a:pt x="1884807" y="4076776"/>
                  </a:lnTo>
                  <a:lnTo>
                    <a:pt x="1848650" y="4092346"/>
                  </a:lnTo>
                  <a:lnTo>
                    <a:pt x="1810448" y="4101160"/>
                  </a:lnTo>
                  <a:lnTo>
                    <a:pt x="1772589" y="4106011"/>
                  </a:lnTo>
                  <a:lnTo>
                    <a:pt x="1737499" y="4109694"/>
                  </a:lnTo>
                  <a:lnTo>
                    <a:pt x="1707540" y="4115003"/>
                  </a:lnTo>
                  <a:lnTo>
                    <a:pt x="1685137" y="4124718"/>
                  </a:lnTo>
                  <a:lnTo>
                    <a:pt x="1681759" y="4129544"/>
                  </a:lnTo>
                  <a:lnTo>
                    <a:pt x="1681848" y="4135031"/>
                  </a:lnTo>
                  <a:lnTo>
                    <a:pt x="1684883" y="4139527"/>
                  </a:lnTo>
                  <a:lnTo>
                    <a:pt x="1690395" y="4141381"/>
                  </a:lnTo>
                  <a:lnTo>
                    <a:pt x="3465880" y="4141381"/>
                  </a:lnTo>
                  <a:lnTo>
                    <a:pt x="3471392" y="4139527"/>
                  </a:lnTo>
                  <a:lnTo>
                    <a:pt x="3474428" y="4135031"/>
                  </a:lnTo>
                  <a:lnTo>
                    <a:pt x="3474516" y="4129544"/>
                  </a:lnTo>
                  <a:lnTo>
                    <a:pt x="3471138" y="4124718"/>
                  </a:lnTo>
                  <a:lnTo>
                    <a:pt x="3448735" y="4115003"/>
                  </a:lnTo>
                  <a:lnTo>
                    <a:pt x="3418776" y="4109694"/>
                  </a:lnTo>
                  <a:lnTo>
                    <a:pt x="3383686" y="4106011"/>
                  </a:lnTo>
                  <a:lnTo>
                    <a:pt x="3345827" y="4101160"/>
                  </a:lnTo>
                  <a:lnTo>
                    <a:pt x="3307626" y="4092346"/>
                  </a:lnTo>
                  <a:lnTo>
                    <a:pt x="3271456" y="4076776"/>
                  </a:lnTo>
                  <a:lnTo>
                    <a:pt x="3239744" y="4051655"/>
                  </a:lnTo>
                  <a:lnTo>
                    <a:pt x="3214852" y="4014190"/>
                  </a:lnTo>
                  <a:lnTo>
                    <a:pt x="3199206" y="3961587"/>
                  </a:lnTo>
                  <a:lnTo>
                    <a:pt x="3186455" y="3859720"/>
                  </a:lnTo>
                  <a:lnTo>
                    <a:pt x="3175520" y="3739921"/>
                  </a:lnTo>
                  <a:lnTo>
                    <a:pt x="3167875" y="3640188"/>
                  </a:lnTo>
                  <a:lnTo>
                    <a:pt x="3164992" y="3598494"/>
                  </a:lnTo>
                  <a:lnTo>
                    <a:pt x="4922926" y="3598494"/>
                  </a:lnTo>
                  <a:lnTo>
                    <a:pt x="4970310" y="3593719"/>
                  </a:lnTo>
                  <a:lnTo>
                    <a:pt x="5014442" y="3580028"/>
                  </a:lnTo>
                  <a:lnTo>
                    <a:pt x="5054371" y="3558349"/>
                  </a:lnTo>
                  <a:lnTo>
                    <a:pt x="5089169" y="3529647"/>
                  </a:lnTo>
                  <a:lnTo>
                    <a:pt x="5117871" y="3494862"/>
                  </a:lnTo>
                  <a:lnTo>
                    <a:pt x="5139550" y="3454933"/>
                  </a:lnTo>
                  <a:lnTo>
                    <a:pt x="5153253" y="3410813"/>
                  </a:lnTo>
                  <a:lnTo>
                    <a:pt x="5158029" y="3363455"/>
                  </a:lnTo>
                  <a:lnTo>
                    <a:pt x="5158029" y="3117875"/>
                  </a:lnTo>
                  <a:close/>
                </a:path>
                <a:path w="5158105" h="4141470">
                  <a:moveTo>
                    <a:pt x="5158029" y="235051"/>
                  </a:moveTo>
                  <a:lnTo>
                    <a:pt x="5153253" y="187680"/>
                  </a:lnTo>
                  <a:lnTo>
                    <a:pt x="5139550" y="143560"/>
                  </a:lnTo>
                  <a:lnTo>
                    <a:pt x="5117871" y="103632"/>
                  </a:lnTo>
                  <a:lnTo>
                    <a:pt x="5089169" y="68846"/>
                  </a:lnTo>
                  <a:lnTo>
                    <a:pt x="5054371" y="40144"/>
                  </a:lnTo>
                  <a:lnTo>
                    <a:pt x="5014442" y="18478"/>
                  </a:lnTo>
                  <a:lnTo>
                    <a:pt x="4970310" y="4775"/>
                  </a:lnTo>
                  <a:lnTo>
                    <a:pt x="4933454" y="1066"/>
                  </a:lnTo>
                  <a:lnTo>
                    <a:pt x="4933454" y="243814"/>
                  </a:lnTo>
                  <a:lnTo>
                    <a:pt x="4933454" y="2892475"/>
                  </a:lnTo>
                  <a:lnTo>
                    <a:pt x="217551" y="2892475"/>
                  </a:lnTo>
                  <a:lnTo>
                    <a:pt x="217551" y="243814"/>
                  </a:lnTo>
                  <a:lnTo>
                    <a:pt x="4933454" y="243814"/>
                  </a:lnTo>
                  <a:lnTo>
                    <a:pt x="4933454" y="1066"/>
                  </a:lnTo>
                  <a:lnTo>
                    <a:pt x="4922939" y="0"/>
                  </a:lnTo>
                  <a:lnTo>
                    <a:pt x="235102" y="0"/>
                  </a:lnTo>
                  <a:lnTo>
                    <a:pt x="187718" y="4775"/>
                  </a:lnTo>
                  <a:lnTo>
                    <a:pt x="143586" y="18478"/>
                  </a:lnTo>
                  <a:lnTo>
                    <a:pt x="103657" y="40144"/>
                  </a:lnTo>
                  <a:lnTo>
                    <a:pt x="68859" y="68846"/>
                  </a:lnTo>
                  <a:lnTo>
                    <a:pt x="40157" y="103632"/>
                  </a:lnTo>
                  <a:lnTo>
                    <a:pt x="18478" y="143560"/>
                  </a:lnTo>
                  <a:lnTo>
                    <a:pt x="4775" y="187680"/>
                  </a:lnTo>
                  <a:lnTo>
                    <a:pt x="0" y="235051"/>
                  </a:lnTo>
                  <a:lnTo>
                    <a:pt x="0" y="3116999"/>
                  </a:lnTo>
                  <a:lnTo>
                    <a:pt x="5158029" y="3116999"/>
                  </a:lnTo>
                  <a:lnTo>
                    <a:pt x="5158029" y="2892475"/>
                  </a:lnTo>
                  <a:lnTo>
                    <a:pt x="5158029" y="243814"/>
                  </a:lnTo>
                  <a:lnTo>
                    <a:pt x="5158029" y="235051"/>
                  </a:lnTo>
                  <a:close/>
                </a:path>
              </a:pathLst>
            </a:custGeom>
            <a:solidFill>
              <a:srgbClr val="1A2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18761" y="3316678"/>
              <a:ext cx="4715968" cy="2649223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/>
        </p:nvSpPr>
        <p:spPr>
          <a:xfrm>
            <a:off x="2466629" y="3543300"/>
            <a:ext cx="850906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8000" b="1" dirty="0">
                <a:solidFill>
                  <a:srgbClr val="24225C"/>
                </a:solidFill>
                <a:latin typeface="Assistant Bold Bold"/>
              </a:rPr>
              <a:t>2</a:t>
            </a:r>
            <a:r>
              <a:rPr lang="fr-FR" sz="8000" b="1" dirty="0" smtClean="0">
                <a:solidFill>
                  <a:srgbClr val="24225C"/>
                </a:solidFill>
                <a:latin typeface="Assistant Bold Bold"/>
              </a:rPr>
              <a:t>- Problématique</a:t>
            </a:r>
            <a:endParaRPr lang="en-US" sz="8000" b="1" dirty="0"/>
          </a:p>
        </p:txBody>
      </p:sp>
      <p:sp>
        <p:nvSpPr>
          <p:cNvPr id="14" name="object 9"/>
          <p:cNvSpPr/>
          <p:nvPr/>
        </p:nvSpPr>
        <p:spPr>
          <a:xfrm>
            <a:off x="0" y="0"/>
            <a:ext cx="1404620" cy="2204085"/>
          </a:xfrm>
          <a:custGeom>
            <a:avLst/>
            <a:gdLst/>
            <a:ahLst/>
            <a:cxnLst/>
            <a:rect l="l" t="t" r="r" b="b"/>
            <a:pathLst>
              <a:path w="1404620" h="2204085">
                <a:moveTo>
                  <a:pt x="0" y="2203819"/>
                </a:moveTo>
                <a:lnTo>
                  <a:pt x="0" y="0"/>
                </a:lnTo>
                <a:lnTo>
                  <a:pt x="1404377" y="0"/>
                </a:lnTo>
                <a:lnTo>
                  <a:pt x="1400756" y="39315"/>
                </a:lnTo>
                <a:lnTo>
                  <a:pt x="1395642" y="86274"/>
                </a:lnTo>
                <a:lnTo>
                  <a:pt x="1389764" y="133001"/>
                </a:lnTo>
                <a:lnTo>
                  <a:pt x="1383130" y="179487"/>
                </a:lnTo>
                <a:lnTo>
                  <a:pt x="1375745" y="225728"/>
                </a:lnTo>
                <a:lnTo>
                  <a:pt x="1367617" y="271716"/>
                </a:lnTo>
                <a:lnTo>
                  <a:pt x="1358751" y="317445"/>
                </a:lnTo>
                <a:lnTo>
                  <a:pt x="1349154" y="362909"/>
                </a:lnTo>
                <a:lnTo>
                  <a:pt x="1338832" y="408101"/>
                </a:lnTo>
                <a:lnTo>
                  <a:pt x="1327792" y="453015"/>
                </a:lnTo>
                <a:lnTo>
                  <a:pt x="1316040" y="497645"/>
                </a:lnTo>
                <a:lnTo>
                  <a:pt x="1303583" y="541985"/>
                </a:lnTo>
                <a:lnTo>
                  <a:pt x="1290426" y="586027"/>
                </a:lnTo>
                <a:lnTo>
                  <a:pt x="1276576" y="629765"/>
                </a:lnTo>
                <a:lnTo>
                  <a:pt x="1262041" y="673194"/>
                </a:lnTo>
                <a:lnTo>
                  <a:pt x="1246825" y="716307"/>
                </a:lnTo>
                <a:lnTo>
                  <a:pt x="1230935" y="759096"/>
                </a:lnTo>
                <a:lnTo>
                  <a:pt x="1214378" y="801557"/>
                </a:lnTo>
                <a:lnTo>
                  <a:pt x="1197161" y="843682"/>
                </a:lnTo>
                <a:lnTo>
                  <a:pt x="1179288" y="885466"/>
                </a:lnTo>
                <a:lnTo>
                  <a:pt x="1160768" y="926901"/>
                </a:lnTo>
                <a:lnTo>
                  <a:pt x="1141606" y="967982"/>
                </a:lnTo>
                <a:lnTo>
                  <a:pt x="1121809" y="1008702"/>
                </a:lnTo>
                <a:lnTo>
                  <a:pt x="1101382" y="1049054"/>
                </a:lnTo>
                <a:lnTo>
                  <a:pt x="1080333" y="1089033"/>
                </a:lnTo>
                <a:lnTo>
                  <a:pt x="1058668" y="1128632"/>
                </a:lnTo>
                <a:lnTo>
                  <a:pt x="1036393" y="1167844"/>
                </a:lnTo>
                <a:lnTo>
                  <a:pt x="1013514" y="1206664"/>
                </a:lnTo>
                <a:lnTo>
                  <a:pt x="990039" y="1245084"/>
                </a:lnTo>
                <a:lnTo>
                  <a:pt x="965973" y="1283098"/>
                </a:lnTo>
                <a:lnTo>
                  <a:pt x="941322" y="1320701"/>
                </a:lnTo>
                <a:lnTo>
                  <a:pt x="916094" y="1357885"/>
                </a:lnTo>
                <a:lnTo>
                  <a:pt x="890293" y="1394644"/>
                </a:lnTo>
                <a:lnTo>
                  <a:pt x="863928" y="1430973"/>
                </a:lnTo>
                <a:lnTo>
                  <a:pt x="837004" y="1466863"/>
                </a:lnTo>
                <a:lnTo>
                  <a:pt x="809528" y="1502310"/>
                </a:lnTo>
                <a:lnTo>
                  <a:pt x="781506" y="1537307"/>
                </a:lnTo>
                <a:lnTo>
                  <a:pt x="752944" y="1571846"/>
                </a:lnTo>
                <a:lnTo>
                  <a:pt x="723848" y="1605923"/>
                </a:lnTo>
                <a:lnTo>
                  <a:pt x="694226" y="1639531"/>
                </a:lnTo>
                <a:lnTo>
                  <a:pt x="664084" y="1672662"/>
                </a:lnTo>
                <a:lnTo>
                  <a:pt x="633427" y="1705311"/>
                </a:lnTo>
                <a:lnTo>
                  <a:pt x="602262" y="1737472"/>
                </a:lnTo>
                <a:lnTo>
                  <a:pt x="570597" y="1769138"/>
                </a:lnTo>
                <a:lnTo>
                  <a:pt x="538436" y="1800302"/>
                </a:lnTo>
                <a:lnTo>
                  <a:pt x="505786" y="1830959"/>
                </a:lnTo>
                <a:lnTo>
                  <a:pt x="472655" y="1861102"/>
                </a:lnTo>
                <a:lnTo>
                  <a:pt x="439048" y="1890724"/>
                </a:lnTo>
                <a:lnTo>
                  <a:pt x="404971" y="1919819"/>
                </a:lnTo>
                <a:lnTo>
                  <a:pt x="370431" y="1948381"/>
                </a:lnTo>
                <a:lnTo>
                  <a:pt x="335434" y="1976404"/>
                </a:lnTo>
                <a:lnTo>
                  <a:pt x="299988" y="2003880"/>
                </a:lnTo>
                <a:lnTo>
                  <a:pt x="264097" y="2030804"/>
                </a:lnTo>
                <a:lnTo>
                  <a:pt x="227769" y="2057169"/>
                </a:lnTo>
                <a:lnTo>
                  <a:pt x="191009" y="2082969"/>
                </a:lnTo>
                <a:lnTo>
                  <a:pt x="153825" y="2108198"/>
                </a:lnTo>
                <a:lnTo>
                  <a:pt x="116223" y="2132848"/>
                </a:lnTo>
                <a:lnTo>
                  <a:pt x="78208" y="2156914"/>
                </a:lnTo>
                <a:lnTo>
                  <a:pt x="39788" y="2180390"/>
                </a:lnTo>
                <a:lnTo>
                  <a:pt x="969" y="2203268"/>
                </a:lnTo>
                <a:lnTo>
                  <a:pt x="0" y="2203819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095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-2362200" y="-5443"/>
            <a:ext cx="6797675" cy="10274300"/>
            <a:chOff x="0" y="0"/>
            <a:chExt cx="6797675" cy="10274300"/>
          </a:xfrm>
          <a:solidFill>
            <a:schemeClr val="accent3"/>
          </a:solidFill>
        </p:grpSpPr>
        <p:sp>
          <p:nvSpPr>
            <p:cNvPr id="8" name="object 4"/>
            <p:cNvSpPr/>
            <p:nvPr/>
          </p:nvSpPr>
          <p:spPr>
            <a:xfrm>
              <a:off x="0" y="0"/>
              <a:ext cx="6797675" cy="10274300"/>
            </a:xfrm>
            <a:custGeom>
              <a:avLst/>
              <a:gdLst/>
              <a:ahLst/>
              <a:cxnLst/>
              <a:rect l="l" t="t" r="r" b="b"/>
              <a:pathLst>
                <a:path w="6797675" h="10274300">
                  <a:moveTo>
                    <a:pt x="3838966" y="10274299"/>
                  </a:moveTo>
                  <a:lnTo>
                    <a:pt x="0" y="10274299"/>
                  </a:lnTo>
                  <a:lnTo>
                    <a:pt x="0" y="0"/>
                  </a:lnTo>
                  <a:lnTo>
                    <a:pt x="3799275" y="0"/>
                  </a:lnTo>
                  <a:lnTo>
                    <a:pt x="3838966" y="12699"/>
                  </a:lnTo>
                  <a:lnTo>
                    <a:pt x="4034489" y="139699"/>
                  </a:lnTo>
                  <a:lnTo>
                    <a:pt x="4224987" y="266699"/>
                  </a:lnTo>
                  <a:lnTo>
                    <a:pt x="4410269" y="393699"/>
                  </a:lnTo>
                  <a:lnTo>
                    <a:pt x="4482878" y="444499"/>
                  </a:lnTo>
                  <a:lnTo>
                    <a:pt x="4518855" y="482599"/>
                  </a:lnTo>
                  <a:lnTo>
                    <a:pt x="4625453" y="558799"/>
                  </a:lnTo>
                  <a:lnTo>
                    <a:pt x="4660537" y="596899"/>
                  </a:lnTo>
                  <a:lnTo>
                    <a:pt x="4730023" y="647699"/>
                  </a:lnTo>
                  <a:lnTo>
                    <a:pt x="4764422" y="685799"/>
                  </a:lnTo>
                  <a:lnTo>
                    <a:pt x="4832523" y="736599"/>
                  </a:lnTo>
                  <a:lnTo>
                    <a:pt x="4866223" y="774699"/>
                  </a:lnTo>
                  <a:lnTo>
                    <a:pt x="4899687" y="800099"/>
                  </a:lnTo>
                  <a:lnTo>
                    <a:pt x="4932913" y="838199"/>
                  </a:lnTo>
                  <a:lnTo>
                    <a:pt x="4998646" y="888999"/>
                  </a:lnTo>
                  <a:lnTo>
                    <a:pt x="5031150" y="927099"/>
                  </a:lnTo>
                  <a:lnTo>
                    <a:pt x="5063411" y="952499"/>
                  </a:lnTo>
                  <a:lnTo>
                    <a:pt x="5127195" y="1028699"/>
                  </a:lnTo>
                  <a:lnTo>
                    <a:pt x="5158715" y="1054099"/>
                  </a:lnTo>
                  <a:lnTo>
                    <a:pt x="5189985" y="1092199"/>
                  </a:lnTo>
                  <a:lnTo>
                    <a:pt x="5221005" y="1117599"/>
                  </a:lnTo>
                  <a:lnTo>
                    <a:pt x="5251771" y="1155699"/>
                  </a:lnTo>
                  <a:lnTo>
                    <a:pt x="5282283" y="1193799"/>
                  </a:lnTo>
                  <a:lnTo>
                    <a:pt x="5312539" y="1219199"/>
                  </a:lnTo>
                  <a:lnTo>
                    <a:pt x="5342538" y="1257299"/>
                  </a:lnTo>
                  <a:lnTo>
                    <a:pt x="5372278" y="1295399"/>
                  </a:lnTo>
                  <a:lnTo>
                    <a:pt x="5401757" y="1320799"/>
                  </a:lnTo>
                  <a:lnTo>
                    <a:pt x="5430975" y="1358899"/>
                  </a:lnTo>
                  <a:lnTo>
                    <a:pt x="5459929" y="1396999"/>
                  </a:lnTo>
                  <a:lnTo>
                    <a:pt x="5488618" y="1435099"/>
                  </a:lnTo>
                  <a:lnTo>
                    <a:pt x="5517040" y="1473199"/>
                  </a:lnTo>
                  <a:lnTo>
                    <a:pt x="5545194" y="1498599"/>
                  </a:lnTo>
                  <a:lnTo>
                    <a:pt x="5573079" y="1536699"/>
                  </a:lnTo>
                  <a:lnTo>
                    <a:pt x="5600693" y="1574799"/>
                  </a:lnTo>
                  <a:lnTo>
                    <a:pt x="5628034" y="1612899"/>
                  </a:lnTo>
                  <a:lnTo>
                    <a:pt x="5655101" y="1650999"/>
                  </a:lnTo>
                  <a:lnTo>
                    <a:pt x="5681892" y="1689099"/>
                  </a:lnTo>
                  <a:lnTo>
                    <a:pt x="5708406" y="1727199"/>
                  </a:lnTo>
                  <a:lnTo>
                    <a:pt x="5734641" y="1765299"/>
                  </a:lnTo>
                  <a:lnTo>
                    <a:pt x="5760596" y="1803399"/>
                  </a:lnTo>
                  <a:lnTo>
                    <a:pt x="5786269" y="1828799"/>
                  </a:lnTo>
                  <a:lnTo>
                    <a:pt x="5811659" y="1866899"/>
                  </a:lnTo>
                  <a:lnTo>
                    <a:pt x="5836765" y="1904999"/>
                  </a:lnTo>
                  <a:lnTo>
                    <a:pt x="5861583" y="1943099"/>
                  </a:lnTo>
                  <a:lnTo>
                    <a:pt x="5886114" y="1993899"/>
                  </a:lnTo>
                  <a:lnTo>
                    <a:pt x="5910356" y="2031999"/>
                  </a:lnTo>
                  <a:lnTo>
                    <a:pt x="5934307" y="2070099"/>
                  </a:lnTo>
                  <a:lnTo>
                    <a:pt x="5957965" y="2108199"/>
                  </a:lnTo>
                  <a:lnTo>
                    <a:pt x="5981329" y="2146299"/>
                  </a:lnTo>
                  <a:lnTo>
                    <a:pt x="6004398" y="2184399"/>
                  </a:lnTo>
                  <a:lnTo>
                    <a:pt x="6027170" y="2222499"/>
                  </a:lnTo>
                  <a:lnTo>
                    <a:pt x="6049643" y="2260599"/>
                  </a:lnTo>
                  <a:lnTo>
                    <a:pt x="6071816" y="2298699"/>
                  </a:lnTo>
                  <a:lnTo>
                    <a:pt x="6093688" y="2336799"/>
                  </a:lnTo>
                  <a:lnTo>
                    <a:pt x="6115256" y="2387599"/>
                  </a:lnTo>
                  <a:lnTo>
                    <a:pt x="6136520" y="2425699"/>
                  </a:lnTo>
                  <a:lnTo>
                    <a:pt x="6157478" y="2463799"/>
                  </a:lnTo>
                  <a:lnTo>
                    <a:pt x="6178128" y="2501899"/>
                  </a:lnTo>
                  <a:lnTo>
                    <a:pt x="6198469" y="2552699"/>
                  </a:lnTo>
                  <a:lnTo>
                    <a:pt x="6218499" y="2590799"/>
                  </a:lnTo>
                  <a:lnTo>
                    <a:pt x="6238217" y="2628899"/>
                  </a:lnTo>
                  <a:lnTo>
                    <a:pt x="6257621" y="2666999"/>
                  </a:lnTo>
                  <a:lnTo>
                    <a:pt x="6276710" y="2717799"/>
                  </a:lnTo>
                  <a:lnTo>
                    <a:pt x="6295482" y="2755899"/>
                  </a:lnTo>
                  <a:lnTo>
                    <a:pt x="6313936" y="2793999"/>
                  </a:lnTo>
                  <a:lnTo>
                    <a:pt x="6332070" y="2844799"/>
                  </a:lnTo>
                  <a:lnTo>
                    <a:pt x="6349882" y="2882899"/>
                  </a:lnTo>
                  <a:lnTo>
                    <a:pt x="6367372" y="2920999"/>
                  </a:lnTo>
                  <a:lnTo>
                    <a:pt x="6384537" y="2971799"/>
                  </a:lnTo>
                  <a:lnTo>
                    <a:pt x="6401376" y="3009899"/>
                  </a:lnTo>
                  <a:lnTo>
                    <a:pt x="6417888" y="3060699"/>
                  </a:lnTo>
                  <a:lnTo>
                    <a:pt x="6434071" y="3098799"/>
                  </a:lnTo>
                  <a:lnTo>
                    <a:pt x="6449923" y="3136899"/>
                  </a:lnTo>
                  <a:lnTo>
                    <a:pt x="6465443" y="3187699"/>
                  </a:lnTo>
                  <a:lnTo>
                    <a:pt x="6480630" y="3225799"/>
                  </a:lnTo>
                  <a:lnTo>
                    <a:pt x="6495481" y="3276599"/>
                  </a:lnTo>
                  <a:lnTo>
                    <a:pt x="6509996" y="3314699"/>
                  </a:lnTo>
                  <a:lnTo>
                    <a:pt x="6524173" y="3365499"/>
                  </a:lnTo>
                  <a:lnTo>
                    <a:pt x="6538010" y="3403599"/>
                  </a:lnTo>
                  <a:lnTo>
                    <a:pt x="6551506" y="3454399"/>
                  </a:lnTo>
                  <a:lnTo>
                    <a:pt x="6564659" y="3492499"/>
                  </a:lnTo>
                  <a:lnTo>
                    <a:pt x="6577468" y="3543299"/>
                  </a:lnTo>
                  <a:lnTo>
                    <a:pt x="6589931" y="3581399"/>
                  </a:lnTo>
                  <a:lnTo>
                    <a:pt x="6602047" y="3632199"/>
                  </a:lnTo>
                  <a:lnTo>
                    <a:pt x="6613814" y="3670299"/>
                  </a:lnTo>
                  <a:lnTo>
                    <a:pt x="6625231" y="3721099"/>
                  </a:lnTo>
                  <a:lnTo>
                    <a:pt x="6636296" y="3771899"/>
                  </a:lnTo>
                  <a:lnTo>
                    <a:pt x="6647008" y="3809999"/>
                  </a:lnTo>
                  <a:lnTo>
                    <a:pt x="6657364" y="3860799"/>
                  </a:lnTo>
                  <a:lnTo>
                    <a:pt x="6667365" y="3911599"/>
                  </a:lnTo>
                  <a:lnTo>
                    <a:pt x="6677007" y="3949699"/>
                  </a:lnTo>
                  <a:lnTo>
                    <a:pt x="6686290" y="4000499"/>
                  </a:lnTo>
                  <a:lnTo>
                    <a:pt x="6695212" y="4038599"/>
                  </a:lnTo>
                  <a:lnTo>
                    <a:pt x="6703771" y="4089399"/>
                  </a:lnTo>
                  <a:lnTo>
                    <a:pt x="6711966" y="4140199"/>
                  </a:lnTo>
                  <a:lnTo>
                    <a:pt x="6719796" y="4178299"/>
                  </a:lnTo>
                  <a:lnTo>
                    <a:pt x="6727259" y="4229099"/>
                  </a:lnTo>
                  <a:lnTo>
                    <a:pt x="6734353" y="4279899"/>
                  </a:lnTo>
                  <a:lnTo>
                    <a:pt x="6741076" y="4330699"/>
                  </a:lnTo>
                  <a:lnTo>
                    <a:pt x="6747429" y="4368799"/>
                  </a:lnTo>
                  <a:lnTo>
                    <a:pt x="6753408" y="4419599"/>
                  </a:lnTo>
                  <a:lnTo>
                    <a:pt x="6759012" y="4470399"/>
                  </a:lnTo>
                  <a:lnTo>
                    <a:pt x="6764240" y="4521199"/>
                  </a:lnTo>
                  <a:lnTo>
                    <a:pt x="6769091" y="4559299"/>
                  </a:lnTo>
                  <a:lnTo>
                    <a:pt x="6773562" y="4610099"/>
                  </a:lnTo>
                  <a:lnTo>
                    <a:pt x="6777652" y="4660899"/>
                  </a:lnTo>
                  <a:lnTo>
                    <a:pt x="6781360" y="4711699"/>
                  </a:lnTo>
                  <a:lnTo>
                    <a:pt x="6784684" y="4749799"/>
                  </a:lnTo>
                  <a:lnTo>
                    <a:pt x="6787623" y="4800599"/>
                  </a:lnTo>
                  <a:lnTo>
                    <a:pt x="6790175" y="4851399"/>
                  </a:lnTo>
                  <a:lnTo>
                    <a:pt x="6792338" y="4902199"/>
                  </a:lnTo>
                  <a:lnTo>
                    <a:pt x="6794112" y="4952999"/>
                  </a:lnTo>
                  <a:lnTo>
                    <a:pt x="6795494" y="5003799"/>
                  </a:lnTo>
                  <a:lnTo>
                    <a:pt x="6796483" y="5041899"/>
                  </a:lnTo>
                  <a:lnTo>
                    <a:pt x="6797077" y="5092699"/>
                  </a:lnTo>
                  <a:lnTo>
                    <a:pt x="6797276" y="5143499"/>
                  </a:lnTo>
                  <a:lnTo>
                    <a:pt x="6797077" y="5194299"/>
                  </a:lnTo>
                  <a:lnTo>
                    <a:pt x="6796483" y="5245099"/>
                  </a:lnTo>
                  <a:lnTo>
                    <a:pt x="6795494" y="5295899"/>
                  </a:lnTo>
                  <a:lnTo>
                    <a:pt x="6794112" y="5333999"/>
                  </a:lnTo>
                  <a:lnTo>
                    <a:pt x="6792338" y="5384799"/>
                  </a:lnTo>
                  <a:lnTo>
                    <a:pt x="6790175" y="5435599"/>
                  </a:lnTo>
                  <a:lnTo>
                    <a:pt x="6787623" y="5486399"/>
                  </a:lnTo>
                  <a:lnTo>
                    <a:pt x="6784684" y="5537199"/>
                  </a:lnTo>
                  <a:lnTo>
                    <a:pt x="6781360" y="5587999"/>
                  </a:lnTo>
                  <a:lnTo>
                    <a:pt x="6777652" y="5626099"/>
                  </a:lnTo>
                  <a:lnTo>
                    <a:pt x="6773562" y="5676899"/>
                  </a:lnTo>
                  <a:lnTo>
                    <a:pt x="6769091" y="5727699"/>
                  </a:lnTo>
                  <a:lnTo>
                    <a:pt x="6764240" y="5778499"/>
                  </a:lnTo>
                  <a:lnTo>
                    <a:pt x="6759012" y="5816599"/>
                  </a:lnTo>
                  <a:lnTo>
                    <a:pt x="6753408" y="5867399"/>
                  </a:lnTo>
                  <a:lnTo>
                    <a:pt x="6747429" y="5918199"/>
                  </a:lnTo>
                  <a:lnTo>
                    <a:pt x="6741076" y="5968999"/>
                  </a:lnTo>
                  <a:lnTo>
                    <a:pt x="6734353" y="6007099"/>
                  </a:lnTo>
                  <a:lnTo>
                    <a:pt x="6727259" y="6057899"/>
                  </a:lnTo>
                  <a:lnTo>
                    <a:pt x="6719796" y="6108699"/>
                  </a:lnTo>
                  <a:lnTo>
                    <a:pt x="6711966" y="6146799"/>
                  </a:lnTo>
                  <a:lnTo>
                    <a:pt x="6703771" y="6197599"/>
                  </a:lnTo>
                  <a:lnTo>
                    <a:pt x="6695212" y="6248399"/>
                  </a:lnTo>
                  <a:lnTo>
                    <a:pt x="6686290" y="6286499"/>
                  </a:lnTo>
                  <a:lnTo>
                    <a:pt x="6677007" y="6337299"/>
                  </a:lnTo>
                  <a:lnTo>
                    <a:pt x="6667365" y="6388099"/>
                  </a:lnTo>
                  <a:lnTo>
                    <a:pt x="6657364" y="6426199"/>
                  </a:lnTo>
                  <a:lnTo>
                    <a:pt x="6647008" y="6476999"/>
                  </a:lnTo>
                  <a:lnTo>
                    <a:pt x="6636296" y="6527799"/>
                  </a:lnTo>
                  <a:lnTo>
                    <a:pt x="6625231" y="6565899"/>
                  </a:lnTo>
                  <a:lnTo>
                    <a:pt x="6613814" y="6616699"/>
                  </a:lnTo>
                  <a:lnTo>
                    <a:pt x="6602047" y="6654799"/>
                  </a:lnTo>
                  <a:lnTo>
                    <a:pt x="6589931" y="6705599"/>
                  </a:lnTo>
                  <a:lnTo>
                    <a:pt x="6577468" y="6743699"/>
                  </a:lnTo>
                  <a:lnTo>
                    <a:pt x="6564659" y="6794499"/>
                  </a:lnTo>
                  <a:lnTo>
                    <a:pt x="6551506" y="6832599"/>
                  </a:lnTo>
                  <a:lnTo>
                    <a:pt x="6538010" y="6883399"/>
                  </a:lnTo>
                  <a:lnTo>
                    <a:pt x="6524173" y="6921499"/>
                  </a:lnTo>
                  <a:lnTo>
                    <a:pt x="6509996" y="6972299"/>
                  </a:lnTo>
                  <a:lnTo>
                    <a:pt x="6495481" y="7010399"/>
                  </a:lnTo>
                  <a:lnTo>
                    <a:pt x="6480630" y="7061199"/>
                  </a:lnTo>
                  <a:lnTo>
                    <a:pt x="6465443" y="7099299"/>
                  </a:lnTo>
                  <a:lnTo>
                    <a:pt x="6449923" y="7150099"/>
                  </a:lnTo>
                  <a:lnTo>
                    <a:pt x="6434071" y="7188199"/>
                  </a:lnTo>
                  <a:lnTo>
                    <a:pt x="6417888" y="7238999"/>
                  </a:lnTo>
                  <a:lnTo>
                    <a:pt x="6401376" y="7277099"/>
                  </a:lnTo>
                  <a:lnTo>
                    <a:pt x="6384537" y="7315199"/>
                  </a:lnTo>
                  <a:lnTo>
                    <a:pt x="6367372" y="7365999"/>
                  </a:lnTo>
                  <a:lnTo>
                    <a:pt x="6349882" y="7404099"/>
                  </a:lnTo>
                  <a:lnTo>
                    <a:pt x="6332070" y="7454899"/>
                  </a:lnTo>
                  <a:lnTo>
                    <a:pt x="6313936" y="7492999"/>
                  </a:lnTo>
                  <a:lnTo>
                    <a:pt x="6295482" y="7531099"/>
                  </a:lnTo>
                  <a:lnTo>
                    <a:pt x="6276710" y="7581899"/>
                  </a:lnTo>
                  <a:lnTo>
                    <a:pt x="6257621" y="7619999"/>
                  </a:lnTo>
                  <a:lnTo>
                    <a:pt x="6238217" y="7658099"/>
                  </a:lnTo>
                  <a:lnTo>
                    <a:pt x="6218499" y="7696199"/>
                  </a:lnTo>
                  <a:lnTo>
                    <a:pt x="6198469" y="7746999"/>
                  </a:lnTo>
                  <a:lnTo>
                    <a:pt x="6178128" y="7785099"/>
                  </a:lnTo>
                  <a:lnTo>
                    <a:pt x="6157478" y="7823199"/>
                  </a:lnTo>
                  <a:lnTo>
                    <a:pt x="6136520" y="7861299"/>
                  </a:lnTo>
                  <a:lnTo>
                    <a:pt x="6115256" y="7912099"/>
                  </a:lnTo>
                  <a:lnTo>
                    <a:pt x="6093688" y="7950199"/>
                  </a:lnTo>
                  <a:lnTo>
                    <a:pt x="6071816" y="7988299"/>
                  </a:lnTo>
                  <a:lnTo>
                    <a:pt x="6049643" y="8026399"/>
                  </a:lnTo>
                  <a:lnTo>
                    <a:pt x="6027170" y="8064499"/>
                  </a:lnTo>
                  <a:lnTo>
                    <a:pt x="6004398" y="8102599"/>
                  </a:lnTo>
                  <a:lnTo>
                    <a:pt x="5981329" y="8140699"/>
                  </a:lnTo>
                  <a:lnTo>
                    <a:pt x="5957965" y="8178799"/>
                  </a:lnTo>
                  <a:lnTo>
                    <a:pt x="5934307" y="8229599"/>
                  </a:lnTo>
                  <a:lnTo>
                    <a:pt x="5910356" y="8267699"/>
                  </a:lnTo>
                  <a:lnTo>
                    <a:pt x="5886114" y="8305799"/>
                  </a:lnTo>
                  <a:lnTo>
                    <a:pt x="5861583" y="8343899"/>
                  </a:lnTo>
                  <a:lnTo>
                    <a:pt x="5836765" y="8381999"/>
                  </a:lnTo>
                  <a:lnTo>
                    <a:pt x="5811659" y="8420099"/>
                  </a:lnTo>
                  <a:lnTo>
                    <a:pt x="5786269" y="8458199"/>
                  </a:lnTo>
                  <a:lnTo>
                    <a:pt x="5760596" y="8496299"/>
                  </a:lnTo>
                  <a:lnTo>
                    <a:pt x="5734641" y="8534399"/>
                  </a:lnTo>
                  <a:lnTo>
                    <a:pt x="5708406" y="8572499"/>
                  </a:lnTo>
                  <a:lnTo>
                    <a:pt x="5681892" y="8597899"/>
                  </a:lnTo>
                  <a:lnTo>
                    <a:pt x="5655101" y="8635999"/>
                  </a:lnTo>
                  <a:lnTo>
                    <a:pt x="5628034" y="8674099"/>
                  </a:lnTo>
                  <a:lnTo>
                    <a:pt x="5600693" y="8712199"/>
                  </a:lnTo>
                  <a:lnTo>
                    <a:pt x="5573079" y="8750299"/>
                  </a:lnTo>
                  <a:lnTo>
                    <a:pt x="5545194" y="8788399"/>
                  </a:lnTo>
                  <a:lnTo>
                    <a:pt x="5517040" y="8826499"/>
                  </a:lnTo>
                  <a:lnTo>
                    <a:pt x="5488618" y="8851899"/>
                  </a:lnTo>
                  <a:lnTo>
                    <a:pt x="5459929" y="8889999"/>
                  </a:lnTo>
                  <a:lnTo>
                    <a:pt x="5430975" y="8928099"/>
                  </a:lnTo>
                  <a:lnTo>
                    <a:pt x="5401757" y="8966199"/>
                  </a:lnTo>
                  <a:lnTo>
                    <a:pt x="5372278" y="8991599"/>
                  </a:lnTo>
                  <a:lnTo>
                    <a:pt x="5342538" y="9029699"/>
                  </a:lnTo>
                  <a:lnTo>
                    <a:pt x="5312539" y="9067799"/>
                  </a:lnTo>
                  <a:lnTo>
                    <a:pt x="5282283" y="9105899"/>
                  </a:lnTo>
                  <a:lnTo>
                    <a:pt x="5251771" y="9131299"/>
                  </a:lnTo>
                  <a:lnTo>
                    <a:pt x="5221005" y="9169399"/>
                  </a:lnTo>
                  <a:lnTo>
                    <a:pt x="5189985" y="9194799"/>
                  </a:lnTo>
                  <a:lnTo>
                    <a:pt x="5127195" y="9270999"/>
                  </a:lnTo>
                  <a:lnTo>
                    <a:pt x="5095426" y="9296399"/>
                  </a:lnTo>
                  <a:lnTo>
                    <a:pt x="5063411" y="9334499"/>
                  </a:lnTo>
                  <a:lnTo>
                    <a:pt x="5031150" y="9359899"/>
                  </a:lnTo>
                  <a:lnTo>
                    <a:pt x="4998646" y="9397999"/>
                  </a:lnTo>
                  <a:lnTo>
                    <a:pt x="4965900" y="9423399"/>
                  </a:lnTo>
                  <a:lnTo>
                    <a:pt x="4932913" y="9461499"/>
                  </a:lnTo>
                  <a:lnTo>
                    <a:pt x="4899687" y="9486899"/>
                  </a:lnTo>
                  <a:lnTo>
                    <a:pt x="4866223" y="9524999"/>
                  </a:lnTo>
                  <a:lnTo>
                    <a:pt x="4798589" y="9575799"/>
                  </a:lnTo>
                  <a:lnTo>
                    <a:pt x="4764422" y="9613899"/>
                  </a:lnTo>
                  <a:lnTo>
                    <a:pt x="4695394" y="9664699"/>
                  </a:lnTo>
                  <a:lnTo>
                    <a:pt x="4660537" y="9702799"/>
                  </a:lnTo>
                  <a:lnTo>
                    <a:pt x="4554610" y="9778999"/>
                  </a:lnTo>
                  <a:lnTo>
                    <a:pt x="4518855" y="9817099"/>
                  </a:lnTo>
                  <a:lnTo>
                    <a:pt x="4373639" y="9918699"/>
                  </a:lnTo>
                  <a:lnTo>
                    <a:pt x="4299736" y="9969499"/>
                  </a:lnTo>
                  <a:lnTo>
                    <a:pt x="4262467" y="10007599"/>
                  </a:lnTo>
                  <a:lnTo>
                    <a:pt x="4072997" y="10134599"/>
                  </a:lnTo>
                  <a:lnTo>
                    <a:pt x="4034489" y="10147299"/>
                  </a:lnTo>
                  <a:lnTo>
                    <a:pt x="3838966" y="102742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/>
            <p:cNvSpPr/>
            <p:nvPr/>
          </p:nvSpPr>
          <p:spPr>
            <a:xfrm>
              <a:off x="0" y="2920148"/>
              <a:ext cx="762000" cy="4657725"/>
            </a:xfrm>
            <a:custGeom>
              <a:avLst/>
              <a:gdLst/>
              <a:ahLst/>
              <a:cxnLst/>
              <a:rect l="l" t="t" r="r" b="b"/>
              <a:pathLst>
                <a:path w="762000" h="4657725">
                  <a:moveTo>
                    <a:pt x="761999" y="4657260"/>
                  </a:moveTo>
                  <a:lnTo>
                    <a:pt x="0" y="4657260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465726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/>
          <p:nvPr/>
        </p:nvSpPr>
        <p:spPr>
          <a:xfrm rot="5400000">
            <a:off x="16483648" y="-399732"/>
            <a:ext cx="1404620" cy="2204085"/>
          </a:xfrm>
          <a:custGeom>
            <a:avLst/>
            <a:gdLst/>
            <a:ahLst/>
            <a:cxnLst/>
            <a:rect l="l" t="t" r="r" b="b"/>
            <a:pathLst>
              <a:path w="1404620" h="2204085">
                <a:moveTo>
                  <a:pt x="0" y="2203819"/>
                </a:moveTo>
                <a:lnTo>
                  <a:pt x="0" y="0"/>
                </a:lnTo>
                <a:lnTo>
                  <a:pt x="1404377" y="0"/>
                </a:lnTo>
                <a:lnTo>
                  <a:pt x="1400756" y="39315"/>
                </a:lnTo>
                <a:lnTo>
                  <a:pt x="1395642" y="86274"/>
                </a:lnTo>
                <a:lnTo>
                  <a:pt x="1389764" y="133001"/>
                </a:lnTo>
                <a:lnTo>
                  <a:pt x="1383130" y="179487"/>
                </a:lnTo>
                <a:lnTo>
                  <a:pt x="1375745" y="225728"/>
                </a:lnTo>
                <a:lnTo>
                  <a:pt x="1367617" y="271716"/>
                </a:lnTo>
                <a:lnTo>
                  <a:pt x="1358751" y="317445"/>
                </a:lnTo>
                <a:lnTo>
                  <a:pt x="1349154" y="362909"/>
                </a:lnTo>
                <a:lnTo>
                  <a:pt x="1338832" y="408101"/>
                </a:lnTo>
                <a:lnTo>
                  <a:pt x="1327792" y="453015"/>
                </a:lnTo>
                <a:lnTo>
                  <a:pt x="1316040" y="497645"/>
                </a:lnTo>
                <a:lnTo>
                  <a:pt x="1303583" y="541985"/>
                </a:lnTo>
                <a:lnTo>
                  <a:pt x="1290426" y="586027"/>
                </a:lnTo>
                <a:lnTo>
                  <a:pt x="1276576" y="629765"/>
                </a:lnTo>
                <a:lnTo>
                  <a:pt x="1262041" y="673194"/>
                </a:lnTo>
                <a:lnTo>
                  <a:pt x="1246825" y="716307"/>
                </a:lnTo>
                <a:lnTo>
                  <a:pt x="1230935" y="759096"/>
                </a:lnTo>
                <a:lnTo>
                  <a:pt x="1214378" y="801557"/>
                </a:lnTo>
                <a:lnTo>
                  <a:pt x="1197161" y="843682"/>
                </a:lnTo>
                <a:lnTo>
                  <a:pt x="1179288" y="885466"/>
                </a:lnTo>
                <a:lnTo>
                  <a:pt x="1160768" y="926901"/>
                </a:lnTo>
                <a:lnTo>
                  <a:pt x="1141606" y="967982"/>
                </a:lnTo>
                <a:lnTo>
                  <a:pt x="1121809" y="1008702"/>
                </a:lnTo>
                <a:lnTo>
                  <a:pt x="1101382" y="1049054"/>
                </a:lnTo>
                <a:lnTo>
                  <a:pt x="1080333" y="1089033"/>
                </a:lnTo>
                <a:lnTo>
                  <a:pt x="1058668" y="1128632"/>
                </a:lnTo>
                <a:lnTo>
                  <a:pt x="1036393" y="1167844"/>
                </a:lnTo>
                <a:lnTo>
                  <a:pt x="1013514" y="1206664"/>
                </a:lnTo>
                <a:lnTo>
                  <a:pt x="990039" y="1245084"/>
                </a:lnTo>
                <a:lnTo>
                  <a:pt x="965973" y="1283098"/>
                </a:lnTo>
                <a:lnTo>
                  <a:pt x="941322" y="1320701"/>
                </a:lnTo>
                <a:lnTo>
                  <a:pt x="916094" y="1357885"/>
                </a:lnTo>
                <a:lnTo>
                  <a:pt x="890293" y="1394644"/>
                </a:lnTo>
                <a:lnTo>
                  <a:pt x="863928" y="1430973"/>
                </a:lnTo>
                <a:lnTo>
                  <a:pt x="837004" y="1466863"/>
                </a:lnTo>
                <a:lnTo>
                  <a:pt x="809528" y="1502310"/>
                </a:lnTo>
                <a:lnTo>
                  <a:pt x="781506" y="1537307"/>
                </a:lnTo>
                <a:lnTo>
                  <a:pt x="752944" y="1571846"/>
                </a:lnTo>
                <a:lnTo>
                  <a:pt x="723848" y="1605923"/>
                </a:lnTo>
                <a:lnTo>
                  <a:pt x="694226" y="1639531"/>
                </a:lnTo>
                <a:lnTo>
                  <a:pt x="664084" y="1672662"/>
                </a:lnTo>
                <a:lnTo>
                  <a:pt x="633427" y="1705311"/>
                </a:lnTo>
                <a:lnTo>
                  <a:pt x="602262" y="1737472"/>
                </a:lnTo>
                <a:lnTo>
                  <a:pt x="570597" y="1769138"/>
                </a:lnTo>
                <a:lnTo>
                  <a:pt x="538436" y="1800302"/>
                </a:lnTo>
                <a:lnTo>
                  <a:pt x="505786" y="1830959"/>
                </a:lnTo>
                <a:lnTo>
                  <a:pt x="472655" y="1861102"/>
                </a:lnTo>
                <a:lnTo>
                  <a:pt x="439048" y="1890724"/>
                </a:lnTo>
                <a:lnTo>
                  <a:pt x="404971" y="1919819"/>
                </a:lnTo>
                <a:lnTo>
                  <a:pt x="370431" y="1948381"/>
                </a:lnTo>
                <a:lnTo>
                  <a:pt x="335434" y="1976404"/>
                </a:lnTo>
                <a:lnTo>
                  <a:pt x="299988" y="2003880"/>
                </a:lnTo>
                <a:lnTo>
                  <a:pt x="264097" y="2030804"/>
                </a:lnTo>
                <a:lnTo>
                  <a:pt x="227769" y="2057169"/>
                </a:lnTo>
                <a:lnTo>
                  <a:pt x="191009" y="2082969"/>
                </a:lnTo>
                <a:lnTo>
                  <a:pt x="153825" y="2108198"/>
                </a:lnTo>
                <a:lnTo>
                  <a:pt x="116223" y="2132848"/>
                </a:lnTo>
                <a:lnTo>
                  <a:pt x="78208" y="2156914"/>
                </a:lnTo>
                <a:lnTo>
                  <a:pt x="39788" y="2180390"/>
                </a:lnTo>
                <a:lnTo>
                  <a:pt x="969" y="2203268"/>
                </a:lnTo>
                <a:lnTo>
                  <a:pt x="0" y="2203819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57800" y="2705100"/>
            <a:ext cx="96012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1 </a:t>
            </a:r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– </a:t>
            </a:r>
            <a:r>
              <a:rPr lang="en-US" sz="4000" b="1" dirty="0" err="1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Marquage</a:t>
            </a:r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 de </a:t>
            </a:r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la </a:t>
            </a:r>
            <a:r>
              <a:rPr lang="en-US" sz="4000" b="1" dirty="0" err="1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présence</a:t>
            </a:r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 </a:t>
            </a:r>
            <a:r>
              <a:rPr lang="en-US" sz="4000" b="1" dirty="0" err="1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manuellement</a:t>
            </a:r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 </a:t>
            </a:r>
            <a:r>
              <a:rPr lang="en-US" sz="4000" b="1" dirty="0" err="1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lors</a:t>
            </a:r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 des </a:t>
            </a:r>
            <a:r>
              <a:rPr lang="en-US" sz="4000" b="1" dirty="0" err="1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examens</a:t>
            </a:r>
            <a:endParaRPr lang="en-US" sz="4000" b="1" dirty="0" smtClean="0">
              <a:solidFill>
                <a:schemeClr val="tx2">
                  <a:lumMod val="75000"/>
                </a:schemeClr>
              </a:solidFill>
              <a:latin typeface="Assistant Bold Bold"/>
            </a:endParaRPr>
          </a:p>
          <a:p>
            <a:endParaRPr lang="fr-FR" sz="4000" b="1" dirty="0">
              <a:solidFill>
                <a:schemeClr val="tx2">
                  <a:lumMod val="75000"/>
                </a:schemeClr>
              </a:solidFill>
              <a:latin typeface="Assistant Bold Bold"/>
            </a:endParaRPr>
          </a:p>
          <a:p>
            <a:r>
              <a:rPr lang="fr-FR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2 </a:t>
            </a:r>
            <a:r>
              <a:rPr lang="fr-FR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– Perte des </a:t>
            </a:r>
            <a:r>
              <a:rPr lang="fr-FR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copies des examens de certains étudiants</a:t>
            </a:r>
          </a:p>
          <a:p>
            <a:endParaRPr lang="fr-FR" sz="4000" b="1" dirty="0">
              <a:solidFill>
                <a:schemeClr val="tx2">
                  <a:lumMod val="75000"/>
                </a:schemeClr>
              </a:solidFill>
              <a:latin typeface="Assistant Bold Bold"/>
            </a:endParaRPr>
          </a:p>
          <a:p>
            <a:r>
              <a:rPr lang="fr-FR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3 </a:t>
            </a:r>
            <a:r>
              <a:rPr lang="fr-FR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– Marquage de </a:t>
            </a:r>
            <a:r>
              <a:rPr lang="fr-FR" sz="4000" b="1" dirty="0" smtClean="0">
                <a:solidFill>
                  <a:schemeClr val="tx2">
                    <a:lumMod val="75000"/>
                  </a:schemeClr>
                </a:solidFill>
                <a:latin typeface="Assistant Bold Bold"/>
              </a:rPr>
              <a:t>la présence pendant les cours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19400" y="467261"/>
            <a:ext cx="8686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000" b="1" dirty="0" smtClean="0">
                <a:solidFill>
                  <a:srgbClr val="24225C"/>
                </a:solidFill>
                <a:latin typeface="Assistant Bold Bold"/>
              </a:rPr>
              <a:t>   </a:t>
            </a:r>
            <a:r>
              <a:rPr lang="fr-FR" sz="8000" b="1" dirty="0">
                <a:solidFill>
                  <a:srgbClr val="24225C"/>
                </a:solidFill>
                <a:latin typeface="Assistant Bold Bold"/>
              </a:rPr>
              <a:t>P</a:t>
            </a:r>
            <a:r>
              <a:rPr lang="fr-FR" sz="8000" b="1" dirty="0" smtClean="0">
                <a:solidFill>
                  <a:srgbClr val="24225C"/>
                </a:solidFill>
                <a:latin typeface="Assistant Bold Bold"/>
              </a:rPr>
              <a:t>roblèmes</a:t>
            </a:r>
            <a:endParaRPr lang="en-US" sz="8000" b="1" dirty="0"/>
          </a:p>
        </p:txBody>
      </p:sp>
      <p:sp>
        <p:nvSpPr>
          <p:cNvPr id="15" name="object 13"/>
          <p:cNvSpPr/>
          <p:nvPr/>
        </p:nvSpPr>
        <p:spPr>
          <a:xfrm>
            <a:off x="25" y="9258299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18288000" h="1028700">
                <a:moveTo>
                  <a:pt x="18287943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18287943" y="0"/>
                </a:lnTo>
                <a:lnTo>
                  <a:pt x="18287943" y="1028700"/>
                </a:lnTo>
                <a:close/>
              </a:path>
            </a:pathLst>
          </a:custGeom>
          <a:solidFill>
            <a:srgbClr val="62616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928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2"/>
          <p:cNvGrpSpPr/>
          <p:nvPr/>
        </p:nvGrpSpPr>
        <p:grpSpPr>
          <a:xfrm>
            <a:off x="999490" y="0"/>
            <a:ext cx="17288510" cy="10287000"/>
            <a:chOff x="997843" y="92"/>
            <a:chExt cx="17288510" cy="10287000"/>
          </a:xfrm>
        </p:grpSpPr>
        <p:sp>
          <p:nvSpPr>
            <p:cNvPr id="5" name="object 3"/>
            <p:cNvSpPr/>
            <p:nvPr/>
          </p:nvSpPr>
          <p:spPr>
            <a:xfrm>
              <a:off x="14352318" y="92"/>
              <a:ext cx="3933825" cy="10287000"/>
            </a:xfrm>
            <a:custGeom>
              <a:avLst/>
              <a:gdLst/>
              <a:ahLst/>
              <a:cxnLst/>
              <a:rect l="l" t="t" r="r" b="b"/>
              <a:pathLst>
                <a:path w="3933825" h="10287000">
                  <a:moveTo>
                    <a:pt x="3933824" y="10286816"/>
                  </a:moveTo>
                  <a:lnTo>
                    <a:pt x="0" y="10286816"/>
                  </a:lnTo>
                  <a:lnTo>
                    <a:pt x="0" y="0"/>
                  </a:lnTo>
                  <a:lnTo>
                    <a:pt x="3933824" y="0"/>
                  </a:lnTo>
                  <a:lnTo>
                    <a:pt x="3933824" y="10286816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4"/>
            <p:cNvSpPr/>
            <p:nvPr/>
          </p:nvSpPr>
          <p:spPr>
            <a:xfrm>
              <a:off x="997843" y="9282113"/>
              <a:ext cx="16182975" cy="0"/>
            </a:xfrm>
            <a:custGeom>
              <a:avLst/>
              <a:gdLst/>
              <a:ahLst/>
              <a:cxnLst/>
              <a:rect l="l" t="t" r="r" b="b"/>
              <a:pathLst>
                <a:path w="16182975">
                  <a:moveTo>
                    <a:pt x="0" y="0"/>
                  </a:moveTo>
                  <a:lnTo>
                    <a:pt x="16182973" y="0"/>
                  </a:lnTo>
                </a:path>
              </a:pathLst>
            </a:custGeom>
            <a:ln w="47624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/>
            <p:cNvSpPr/>
            <p:nvPr/>
          </p:nvSpPr>
          <p:spPr>
            <a:xfrm>
              <a:off x="11855577" y="2271081"/>
              <a:ext cx="5629275" cy="5629275"/>
            </a:xfrm>
            <a:custGeom>
              <a:avLst/>
              <a:gdLst/>
              <a:ahLst/>
              <a:cxnLst/>
              <a:rect l="l" t="t" r="r" b="b"/>
              <a:pathLst>
                <a:path w="5629275" h="5629275">
                  <a:moveTo>
                    <a:pt x="2814637" y="5629274"/>
                  </a:moveTo>
                  <a:lnTo>
                    <a:pt x="2766156" y="5628865"/>
                  </a:lnTo>
                  <a:lnTo>
                    <a:pt x="2717874" y="5627642"/>
                  </a:lnTo>
                  <a:lnTo>
                    <a:pt x="2669796" y="5625611"/>
                  </a:lnTo>
                  <a:lnTo>
                    <a:pt x="2621929" y="5622780"/>
                  </a:lnTo>
                  <a:lnTo>
                    <a:pt x="2574281" y="5619155"/>
                  </a:lnTo>
                  <a:lnTo>
                    <a:pt x="2526856" y="5614742"/>
                  </a:lnTo>
                  <a:lnTo>
                    <a:pt x="2479663" y="5609548"/>
                  </a:lnTo>
                  <a:lnTo>
                    <a:pt x="2432707" y="5603579"/>
                  </a:lnTo>
                  <a:lnTo>
                    <a:pt x="2385995" y="5596843"/>
                  </a:lnTo>
                  <a:lnTo>
                    <a:pt x="2339534" y="5589345"/>
                  </a:lnTo>
                  <a:lnTo>
                    <a:pt x="2293330" y="5581092"/>
                  </a:lnTo>
                  <a:lnTo>
                    <a:pt x="2247389" y="5572090"/>
                  </a:lnTo>
                  <a:lnTo>
                    <a:pt x="2201719" y="5562347"/>
                  </a:lnTo>
                  <a:lnTo>
                    <a:pt x="2156325" y="5551869"/>
                  </a:lnTo>
                  <a:lnTo>
                    <a:pt x="2111215" y="5540662"/>
                  </a:lnTo>
                  <a:lnTo>
                    <a:pt x="2066395" y="5528732"/>
                  </a:lnTo>
                  <a:lnTo>
                    <a:pt x="2021871" y="5516087"/>
                  </a:lnTo>
                  <a:lnTo>
                    <a:pt x="1977650" y="5502733"/>
                  </a:lnTo>
                  <a:lnTo>
                    <a:pt x="1933738" y="5488677"/>
                  </a:lnTo>
                  <a:lnTo>
                    <a:pt x="1890143" y="5473924"/>
                  </a:lnTo>
                  <a:lnTo>
                    <a:pt x="1846870" y="5458482"/>
                  </a:lnTo>
                  <a:lnTo>
                    <a:pt x="1803926" y="5442358"/>
                  </a:lnTo>
                  <a:lnTo>
                    <a:pt x="1761318" y="5425556"/>
                  </a:lnTo>
                  <a:lnTo>
                    <a:pt x="1719053" y="5408086"/>
                  </a:lnTo>
                  <a:lnTo>
                    <a:pt x="1677136" y="5389952"/>
                  </a:lnTo>
                  <a:lnTo>
                    <a:pt x="1635575" y="5371161"/>
                  </a:lnTo>
                  <a:lnTo>
                    <a:pt x="1594375" y="5351720"/>
                  </a:lnTo>
                  <a:lnTo>
                    <a:pt x="1553544" y="5331636"/>
                  </a:lnTo>
                  <a:lnTo>
                    <a:pt x="1513088" y="5310914"/>
                  </a:lnTo>
                  <a:lnTo>
                    <a:pt x="1473013" y="5289562"/>
                  </a:lnTo>
                  <a:lnTo>
                    <a:pt x="1433327" y="5267586"/>
                  </a:lnTo>
                  <a:lnTo>
                    <a:pt x="1394035" y="5244993"/>
                  </a:lnTo>
                  <a:lnTo>
                    <a:pt x="1355145" y="5221789"/>
                  </a:lnTo>
                  <a:lnTo>
                    <a:pt x="1316662" y="5197981"/>
                  </a:lnTo>
                  <a:lnTo>
                    <a:pt x="1278594" y="5173575"/>
                  </a:lnTo>
                  <a:lnTo>
                    <a:pt x="1240946" y="5148578"/>
                  </a:lnTo>
                  <a:lnTo>
                    <a:pt x="1203726" y="5122996"/>
                  </a:lnTo>
                  <a:lnTo>
                    <a:pt x="1166940" y="5096836"/>
                  </a:lnTo>
                  <a:lnTo>
                    <a:pt x="1130594" y="5070105"/>
                  </a:lnTo>
                  <a:lnTo>
                    <a:pt x="1094696" y="5042809"/>
                  </a:lnTo>
                  <a:lnTo>
                    <a:pt x="1059251" y="5014954"/>
                  </a:lnTo>
                  <a:lnTo>
                    <a:pt x="1024266" y="4986548"/>
                  </a:lnTo>
                  <a:lnTo>
                    <a:pt x="989748" y="4957596"/>
                  </a:lnTo>
                  <a:lnTo>
                    <a:pt x="955703" y="4928105"/>
                  </a:lnTo>
                  <a:lnTo>
                    <a:pt x="922138" y="4898082"/>
                  </a:lnTo>
                  <a:lnTo>
                    <a:pt x="889060" y="4867534"/>
                  </a:lnTo>
                  <a:lnTo>
                    <a:pt x="856474" y="4836466"/>
                  </a:lnTo>
                  <a:lnTo>
                    <a:pt x="824388" y="4804886"/>
                  </a:lnTo>
                  <a:lnTo>
                    <a:pt x="792807" y="4772799"/>
                  </a:lnTo>
                  <a:lnTo>
                    <a:pt x="761740" y="4740214"/>
                  </a:lnTo>
                  <a:lnTo>
                    <a:pt x="731191" y="4707135"/>
                  </a:lnTo>
                  <a:lnTo>
                    <a:pt x="701168" y="4673570"/>
                  </a:lnTo>
                  <a:lnTo>
                    <a:pt x="671678" y="4639525"/>
                  </a:lnTo>
                  <a:lnTo>
                    <a:pt x="642726" y="4605007"/>
                  </a:lnTo>
                  <a:lnTo>
                    <a:pt x="614319" y="4570022"/>
                  </a:lnTo>
                  <a:lnTo>
                    <a:pt x="586464" y="4534578"/>
                  </a:lnTo>
                  <a:lnTo>
                    <a:pt x="559168" y="4498679"/>
                  </a:lnTo>
                  <a:lnTo>
                    <a:pt x="532437" y="4462333"/>
                  </a:lnTo>
                  <a:lnTo>
                    <a:pt x="506277" y="4425547"/>
                  </a:lnTo>
                  <a:lnTo>
                    <a:pt x="480695" y="4388327"/>
                  </a:lnTo>
                  <a:lnTo>
                    <a:pt x="455698" y="4350680"/>
                  </a:lnTo>
                  <a:lnTo>
                    <a:pt x="431292" y="4312611"/>
                  </a:lnTo>
                  <a:lnTo>
                    <a:pt x="407484" y="4274128"/>
                  </a:lnTo>
                  <a:lnTo>
                    <a:pt x="384280" y="4235238"/>
                  </a:lnTo>
                  <a:lnTo>
                    <a:pt x="361687" y="4195946"/>
                  </a:lnTo>
                  <a:lnTo>
                    <a:pt x="339711" y="4156260"/>
                  </a:lnTo>
                  <a:lnTo>
                    <a:pt x="318359" y="4116185"/>
                  </a:lnTo>
                  <a:lnTo>
                    <a:pt x="297638" y="4075729"/>
                  </a:lnTo>
                  <a:lnTo>
                    <a:pt x="277553" y="4034898"/>
                  </a:lnTo>
                  <a:lnTo>
                    <a:pt x="258112" y="3993699"/>
                  </a:lnTo>
                  <a:lnTo>
                    <a:pt x="239322" y="3952137"/>
                  </a:lnTo>
                  <a:lnTo>
                    <a:pt x="221188" y="3910220"/>
                  </a:lnTo>
                  <a:lnTo>
                    <a:pt x="203717" y="3867955"/>
                  </a:lnTo>
                  <a:lnTo>
                    <a:pt x="186916" y="3825347"/>
                  </a:lnTo>
                  <a:lnTo>
                    <a:pt x="170791" y="3782403"/>
                  </a:lnTo>
                  <a:lnTo>
                    <a:pt x="155349" y="3739131"/>
                  </a:lnTo>
                  <a:lnTo>
                    <a:pt x="140597" y="3695535"/>
                  </a:lnTo>
                  <a:lnTo>
                    <a:pt x="126540" y="3651624"/>
                  </a:lnTo>
                  <a:lnTo>
                    <a:pt x="113186" y="3607403"/>
                  </a:lnTo>
                  <a:lnTo>
                    <a:pt x="100541" y="3562879"/>
                  </a:lnTo>
                  <a:lnTo>
                    <a:pt x="88612" y="3518058"/>
                  </a:lnTo>
                  <a:lnTo>
                    <a:pt x="77405" y="3472948"/>
                  </a:lnTo>
                  <a:lnTo>
                    <a:pt x="66926" y="3427555"/>
                  </a:lnTo>
                  <a:lnTo>
                    <a:pt x="57183" y="3381884"/>
                  </a:lnTo>
                  <a:lnTo>
                    <a:pt x="48182" y="3335944"/>
                  </a:lnTo>
                  <a:lnTo>
                    <a:pt x="39929" y="3289739"/>
                  </a:lnTo>
                  <a:lnTo>
                    <a:pt x="32430" y="3243278"/>
                  </a:lnTo>
                  <a:lnTo>
                    <a:pt x="25694" y="3196566"/>
                  </a:lnTo>
                  <a:lnTo>
                    <a:pt x="19725" y="3149610"/>
                  </a:lnTo>
                  <a:lnTo>
                    <a:pt x="14531" y="3102417"/>
                  </a:lnTo>
                  <a:lnTo>
                    <a:pt x="10118" y="3054993"/>
                  </a:lnTo>
                  <a:lnTo>
                    <a:pt x="6493" y="3007344"/>
                  </a:lnTo>
                  <a:lnTo>
                    <a:pt x="3662" y="2959477"/>
                  </a:lnTo>
                  <a:lnTo>
                    <a:pt x="1632" y="2911400"/>
                  </a:lnTo>
                  <a:lnTo>
                    <a:pt x="409" y="2863117"/>
                  </a:lnTo>
                  <a:lnTo>
                    <a:pt x="0" y="2814637"/>
                  </a:lnTo>
                  <a:lnTo>
                    <a:pt x="409" y="2766156"/>
                  </a:lnTo>
                  <a:lnTo>
                    <a:pt x="1632" y="2717874"/>
                  </a:lnTo>
                  <a:lnTo>
                    <a:pt x="3662" y="2669796"/>
                  </a:lnTo>
                  <a:lnTo>
                    <a:pt x="6493" y="2621929"/>
                  </a:lnTo>
                  <a:lnTo>
                    <a:pt x="10118" y="2574281"/>
                  </a:lnTo>
                  <a:lnTo>
                    <a:pt x="14531" y="2526856"/>
                  </a:lnTo>
                  <a:lnTo>
                    <a:pt x="19725" y="2479663"/>
                  </a:lnTo>
                  <a:lnTo>
                    <a:pt x="25694" y="2432707"/>
                  </a:lnTo>
                  <a:lnTo>
                    <a:pt x="32430" y="2385995"/>
                  </a:lnTo>
                  <a:lnTo>
                    <a:pt x="39929" y="2339534"/>
                  </a:lnTo>
                  <a:lnTo>
                    <a:pt x="48182" y="2293330"/>
                  </a:lnTo>
                  <a:lnTo>
                    <a:pt x="57183" y="2247389"/>
                  </a:lnTo>
                  <a:lnTo>
                    <a:pt x="66926" y="2201719"/>
                  </a:lnTo>
                  <a:lnTo>
                    <a:pt x="77405" y="2156325"/>
                  </a:lnTo>
                  <a:lnTo>
                    <a:pt x="88612" y="2111215"/>
                  </a:lnTo>
                  <a:lnTo>
                    <a:pt x="100541" y="2066395"/>
                  </a:lnTo>
                  <a:lnTo>
                    <a:pt x="113186" y="2021871"/>
                  </a:lnTo>
                  <a:lnTo>
                    <a:pt x="126540" y="1977650"/>
                  </a:lnTo>
                  <a:lnTo>
                    <a:pt x="140597" y="1933738"/>
                  </a:lnTo>
                  <a:lnTo>
                    <a:pt x="155349" y="1890143"/>
                  </a:lnTo>
                  <a:lnTo>
                    <a:pt x="170791" y="1846870"/>
                  </a:lnTo>
                  <a:lnTo>
                    <a:pt x="186916" y="1803926"/>
                  </a:lnTo>
                  <a:lnTo>
                    <a:pt x="203717" y="1761318"/>
                  </a:lnTo>
                  <a:lnTo>
                    <a:pt x="221188" y="1719053"/>
                  </a:lnTo>
                  <a:lnTo>
                    <a:pt x="239322" y="1677136"/>
                  </a:lnTo>
                  <a:lnTo>
                    <a:pt x="258112" y="1635575"/>
                  </a:lnTo>
                  <a:lnTo>
                    <a:pt x="277553" y="1594375"/>
                  </a:lnTo>
                  <a:lnTo>
                    <a:pt x="297638" y="1553544"/>
                  </a:lnTo>
                  <a:lnTo>
                    <a:pt x="318359" y="1513088"/>
                  </a:lnTo>
                  <a:lnTo>
                    <a:pt x="339711" y="1473013"/>
                  </a:lnTo>
                  <a:lnTo>
                    <a:pt x="361687" y="1433327"/>
                  </a:lnTo>
                  <a:lnTo>
                    <a:pt x="384280" y="1394035"/>
                  </a:lnTo>
                  <a:lnTo>
                    <a:pt x="407484" y="1355145"/>
                  </a:lnTo>
                  <a:lnTo>
                    <a:pt x="431292" y="1316662"/>
                  </a:lnTo>
                  <a:lnTo>
                    <a:pt x="455698" y="1278594"/>
                  </a:lnTo>
                  <a:lnTo>
                    <a:pt x="480695" y="1240946"/>
                  </a:lnTo>
                  <a:lnTo>
                    <a:pt x="506277" y="1203726"/>
                  </a:lnTo>
                  <a:lnTo>
                    <a:pt x="532437" y="1166940"/>
                  </a:lnTo>
                  <a:lnTo>
                    <a:pt x="559168" y="1130594"/>
                  </a:lnTo>
                  <a:lnTo>
                    <a:pt x="586464" y="1094696"/>
                  </a:lnTo>
                  <a:lnTo>
                    <a:pt x="614319" y="1059251"/>
                  </a:lnTo>
                  <a:lnTo>
                    <a:pt x="642726" y="1024266"/>
                  </a:lnTo>
                  <a:lnTo>
                    <a:pt x="671678" y="989748"/>
                  </a:lnTo>
                  <a:lnTo>
                    <a:pt x="701168" y="955703"/>
                  </a:lnTo>
                  <a:lnTo>
                    <a:pt x="731191" y="922138"/>
                  </a:lnTo>
                  <a:lnTo>
                    <a:pt x="761740" y="889060"/>
                  </a:lnTo>
                  <a:lnTo>
                    <a:pt x="792807" y="856474"/>
                  </a:lnTo>
                  <a:lnTo>
                    <a:pt x="824388" y="824388"/>
                  </a:lnTo>
                  <a:lnTo>
                    <a:pt x="856474" y="792807"/>
                  </a:lnTo>
                  <a:lnTo>
                    <a:pt x="889060" y="761740"/>
                  </a:lnTo>
                  <a:lnTo>
                    <a:pt x="922138" y="731191"/>
                  </a:lnTo>
                  <a:lnTo>
                    <a:pt x="955703" y="701168"/>
                  </a:lnTo>
                  <a:lnTo>
                    <a:pt x="989748" y="671678"/>
                  </a:lnTo>
                  <a:lnTo>
                    <a:pt x="1024266" y="642726"/>
                  </a:lnTo>
                  <a:lnTo>
                    <a:pt x="1059251" y="614319"/>
                  </a:lnTo>
                  <a:lnTo>
                    <a:pt x="1094696" y="586464"/>
                  </a:lnTo>
                  <a:lnTo>
                    <a:pt x="1130594" y="559168"/>
                  </a:lnTo>
                  <a:lnTo>
                    <a:pt x="1166940" y="532437"/>
                  </a:lnTo>
                  <a:lnTo>
                    <a:pt x="1203726" y="506277"/>
                  </a:lnTo>
                  <a:lnTo>
                    <a:pt x="1240946" y="480695"/>
                  </a:lnTo>
                  <a:lnTo>
                    <a:pt x="1278594" y="455698"/>
                  </a:lnTo>
                  <a:lnTo>
                    <a:pt x="1316662" y="431292"/>
                  </a:lnTo>
                  <a:lnTo>
                    <a:pt x="1355145" y="407484"/>
                  </a:lnTo>
                  <a:lnTo>
                    <a:pt x="1394035" y="384280"/>
                  </a:lnTo>
                  <a:lnTo>
                    <a:pt x="1433327" y="361687"/>
                  </a:lnTo>
                  <a:lnTo>
                    <a:pt x="1473013" y="339711"/>
                  </a:lnTo>
                  <a:lnTo>
                    <a:pt x="1513088" y="318359"/>
                  </a:lnTo>
                  <a:lnTo>
                    <a:pt x="1553544" y="297638"/>
                  </a:lnTo>
                  <a:lnTo>
                    <a:pt x="1594375" y="277553"/>
                  </a:lnTo>
                  <a:lnTo>
                    <a:pt x="1635575" y="258112"/>
                  </a:lnTo>
                  <a:lnTo>
                    <a:pt x="1677136" y="239322"/>
                  </a:lnTo>
                  <a:lnTo>
                    <a:pt x="1719053" y="221188"/>
                  </a:lnTo>
                  <a:lnTo>
                    <a:pt x="1761318" y="203717"/>
                  </a:lnTo>
                  <a:lnTo>
                    <a:pt x="1803926" y="186916"/>
                  </a:lnTo>
                  <a:lnTo>
                    <a:pt x="1846870" y="170791"/>
                  </a:lnTo>
                  <a:lnTo>
                    <a:pt x="1890143" y="155349"/>
                  </a:lnTo>
                  <a:lnTo>
                    <a:pt x="1933738" y="140597"/>
                  </a:lnTo>
                  <a:lnTo>
                    <a:pt x="1977650" y="126540"/>
                  </a:lnTo>
                  <a:lnTo>
                    <a:pt x="2021871" y="113186"/>
                  </a:lnTo>
                  <a:lnTo>
                    <a:pt x="2066395" y="100541"/>
                  </a:lnTo>
                  <a:lnTo>
                    <a:pt x="2111215" y="88612"/>
                  </a:lnTo>
                  <a:lnTo>
                    <a:pt x="2156325" y="77405"/>
                  </a:lnTo>
                  <a:lnTo>
                    <a:pt x="2201719" y="66926"/>
                  </a:lnTo>
                  <a:lnTo>
                    <a:pt x="2247389" y="57183"/>
                  </a:lnTo>
                  <a:lnTo>
                    <a:pt x="2293330" y="48182"/>
                  </a:lnTo>
                  <a:lnTo>
                    <a:pt x="2339534" y="39929"/>
                  </a:lnTo>
                  <a:lnTo>
                    <a:pt x="2385995" y="32430"/>
                  </a:lnTo>
                  <a:lnTo>
                    <a:pt x="2432707" y="25694"/>
                  </a:lnTo>
                  <a:lnTo>
                    <a:pt x="2479663" y="19725"/>
                  </a:lnTo>
                  <a:lnTo>
                    <a:pt x="2526856" y="14531"/>
                  </a:lnTo>
                  <a:lnTo>
                    <a:pt x="2574281" y="10118"/>
                  </a:lnTo>
                  <a:lnTo>
                    <a:pt x="2621929" y="6493"/>
                  </a:lnTo>
                  <a:lnTo>
                    <a:pt x="2669796" y="3662"/>
                  </a:lnTo>
                  <a:lnTo>
                    <a:pt x="2717874" y="1632"/>
                  </a:lnTo>
                  <a:lnTo>
                    <a:pt x="2766156" y="409"/>
                  </a:lnTo>
                  <a:lnTo>
                    <a:pt x="2814637" y="0"/>
                  </a:lnTo>
                  <a:lnTo>
                    <a:pt x="2863117" y="409"/>
                  </a:lnTo>
                  <a:lnTo>
                    <a:pt x="2911400" y="1632"/>
                  </a:lnTo>
                  <a:lnTo>
                    <a:pt x="2959477" y="3662"/>
                  </a:lnTo>
                  <a:lnTo>
                    <a:pt x="3007344" y="6493"/>
                  </a:lnTo>
                  <a:lnTo>
                    <a:pt x="3054993" y="10118"/>
                  </a:lnTo>
                  <a:lnTo>
                    <a:pt x="3102417" y="14531"/>
                  </a:lnTo>
                  <a:lnTo>
                    <a:pt x="3149610" y="19725"/>
                  </a:lnTo>
                  <a:lnTo>
                    <a:pt x="3196566" y="25694"/>
                  </a:lnTo>
                  <a:lnTo>
                    <a:pt x="3243278" y="32430"/>
                  </a:lnTo>
                  <a:lnTo>
                    <a:pt x="3289739" y="39929"/>
                  </a:lnTo>
                  <a:lnTo>
                    <a:pt x="3335944" y="48182"/>
                  </a:lnTo>
                  <a:lnTo>
                    <a:pt x="3381884" y="57183"/>
                  </a:lnTo>
                  <a:lnTo>
                    <a:pt x="3427555" y="66926"/>
                  </a:lnTo>
                  <a:lnTo>
                    <a:pt x="3472948" y="77405"/>
                  </a:lnTo>
                  <a:lnTo>
                    <a:pt x="3518058" y="88612"/>
                  </a:lnTo>
                  <a:lnTo>
                    <a:pt x="3562879" y="100541"/>
                  </a:lnTo>
                  <a:lnTo>
                    <a:pt x="3607403" y="113186"/>
                  </a:lnTo>
                  <a:lnTo>
                    <a:pt x="3651624" y="126540"/>
                  </a:lnTo>
                  <a:lnTo>
                    <a:pt x="3695535" y="140597"/>
                  </a:lnTo>
                  <a:lnTo>
                    <a:pt x="3739131" y="155349"/>
                  </a:lnTo>
                  <a:lnTo>
                    <a:pt x="3782403" y="170791"/>
                  </a:lnTo>
                  <a:lnTo>
                    <a:pt x="3825347" y="186916"/>
                  </a:lnTo>
                  <a:lnTo>
                    <a:pt x="3867955" y="203717"/>
                  </a:lnTo>
                  <a:lnTo>
                    <a:pt x="3910220" y="221188"/>
                  </a:lnTo>
                  <a:lnTo>
                    <a:pt x="3952137" y="239322"/>
                  </a:lnTo>
                  <a:lnTo>
                    <a:pt x="3993699" y="258112"/>
                  </a:lnTo>
                  <a:lnTo>
                    <a:pt x="4034898" y="277553"/>
                  </a:lnTo>
                  <a:lnTo>
                    <a:pt x="4075729" y="297638"/>
                  </a:lnTo>
                  <a:lnTo>
                    <a:pt x="4116185" y="318359"/>
                  </a:lnTo>
                  <a:lnTo>
                    <a:pt x="4156260" y="339711"/>
                  </a:lnTo>
                  <a:lnTo>
                    <a:pt x="4195946" y="361687"/>
                  </a:lnTo>
                  <a:lnTo>
                    <a:pt x="4235238" y="384280"/>
                  </a:lnTo>
                  <a:lnTo>
                    <a:pt x="4274128" y="407484"/>
                  </a:lnTo>
                  <a:lnTo>
                    <a:pt x="4312611" y="431292"/>
                  </a:lnTo>
                  <a:lnTo>
                    <a:pt x="4350680" y="455698"/>
                  </a:lnTo>
                  <a:lnTo>
                    <a:pt x="4388327" y="480695"/>
                  </a:lnTo>
                  <a:lnTo>
                    <a:pt x="4425547" y="506277"/>
                  </a:lnTo>
                  <a:lnTo>
                    <a:pt x="4462333" y="532437"/>
                  </a:lnTo>
                  <a:lnTo>
                    <a:pt x="4498679" y="559168"/>
                  </a:lnTo>
                  <a:lnTo>
                    <a:pt x="4534578" y="586464"/>
                  </a:lnTo>
                  <a:lnTo>
                    <a:pt x="4570022" y="614319"/>
                  </a:lnTo>
                  <a:lnTo>
                    <a:pt x="4605007" y="642726"/>
                  </a:lnTo>
                  <a:lnTo>
                    <a:pt x="4639525" y="671678"/>
                  </a:lnTo>
                  <a:lnTo>
                    <a:pt x="4673570" y="701168"/>
                  </a:lnTo>
                  <a:lnTo>
                    <a:pt x="4707135" y="731191"/>
                  </a:lnTo>
                  <a:lnTo>
                    <a:pt x="4740214" y="761740"/>
                  </a:lnTo>
                  <a:lnTo>
                    <a:pt x="4772799" y="792807"/>
                  </a:lnTo>
                  <a:lnTo>
                    <a:pt x="4804886" y="824388"/>
                  </a:lnTo>
                  <a:lnTo>
                    <a:pt x="4836466" y="856474"/>
                  </a:lnTo>
                  <a:lnTo>
                    <a:pt x="4867534" y="889060"/>
                  </a:lnTo>
                  <a:lnTo>
                    <a:pt x="4898082" y="922138"/>
                  </a:lnTo>
                  <a:lnTo>
                    <a:pt x="4928105" y="955703"/>
                  </a:lnTo>
                  <a:lnTo>
                    <a:pt x="4957596" y="989748"/>
                  </a:lnTo>
                  <a:lnTo>
                    <a:pt x="4986548" y="1024266"/>
                  </a:lnTo>
                  <a:lnTo>
                    <a:pt x="5014954" y="1059251"/>
                  </a:lnTo>
                  <a:lnTo>
                    <a:pt x="5042809" y="1094696"/>
                  </a:lnTo>
                  <a:lnTo>
                    <a:pt x="5070105" y="1130594"/>
                  </a:lnTo>
                  <a:lnTo>
                    <a:pt x="5096836" y="1166940"/>
                  </a:lnTo>
                  <a:lnTo>
                    <a:pt x="5122996" y="1203726"/>
                  </a:lnTo>
                  <a:lnTo>
                    <a:pt x="5148578" y="1240946"/>
                  </a:lnTo>
                  <a:lnTo>
                    <a:pt x="5173575" y="1278594"/>
                  </a:lnTo>
                  <a:lnTo>
                    <a:pt x="5197981" y="1316662"/>
                  </a:lnTo>
                  <a:lnTo>
                    <a:pt x="5221789" y="1355145"/>
                  </a:lnTo>
                  <a:lnTo>
                    <a:pt x="5244993" y="1394035"/>
                  </a:lnTo>
                  <a:lnTo>
                    <a:pt x="5267586" y="1433327"/>
                  </a:lnTo>
                  <a:lnTo>
                    <a:pt x="5289562" y="1473013"/>
                  </a:lnTo>
                  <a:lnTo>
                    <a:pt x="5310914" y="1513088"/>
                  </a:lnTo>
                  <a:lnTo>
                    <a:pt x="5331636" y="1553544"/>
                  </a:lnTo>
                  <a:lnTo>
                    <a:pt x="5351720" y="1594375"/>
                  </a:lnTo>
                  <a:lnTo>
                    <a:pt x="5371161" y="1635575"/>
                  </a:lnTo>
                  <a:lnTo>
                    <a:pt x="5389952" y="1677136"/>
                  </a:lnTo>
                  <a:lnTo>
                    <a:pt x="5408086" y="1719053"/>
                  </a:lnTo>
                  <a:lnTo>
                    <a:pt x="5425556" y="1761318"/>
                  </a:lnTo>
                  <a:lnTo>
                    <a:pt x="5442358" y="1803926"/>
                  </a:lnTo>
                  <a:lnTo>
                    <a:pt x="5458482" y="1846870"/>
                  </a:lnTo>
                  <a:lnTo>
                    <a:pt x="5473924" y="1890143"/>
                  </a:lnTo>
                  <a:lnTo>
                    <a:pt x="5488677" y="1933738"/>
                  </a:lnTo>
                  <a:lnTo>
                    <a:pt x="5502733" y="1977650"/>
                  </a:lnTo>
                  <a:lnTo>
                    <a:pt x="5516087" y="2021871"/>
                  </a:lnTo>
                  <a:lnTo>
                    <a:pt x="5528732" y="2066395"/>
                  </a:lnTo>
                  <a:lnTo>
                    <a:pt x="5540662" y="2111215"/>
                  </a:lnTo>
                  <a:lnTo>
                    <a:pt x="5551869" y="2156325"/>
                  </a:lnTo>
                  <a:lnTo>
                    <a:pt x="5562347" y="2201719"/>
                  </a:lnTo>
                  <a:lnTo>
                    <a:pt x="5572090" y="2247389"/>
                  </a:lnTo>
                  <a:lnTo>
                    <a:pt x="5581092" y="2293330"/>
                  </a:lnTo>
                  <a:lnTo>
                    <a:pt x="5589345" y="2339534"/>
                  </a:lnTo>
                  <a:lnTo>
                    <a:pt x="5596843" y="2385995"/>
                  </a:lnTo>
                  <a:lnTo>
                    <a:pt x="5603579" y="2432707"/>
                  </a:lnTo>
                  <a:lnTo>
                    <a:pt x="5609548" y="2479663"/>
                  </a:lnTo>
                  <a:lnTo>
                    <a:pt x="5614742" y="2526856"/>
                  </a:lnTo>
                  <a:lnTo>
                    <a:pt x="5619155" y="2574281"/>
                  </a:lnTo>
                  <a:lnTo>
                    <a:pt x="5622780" y="2621929"/>
                  </a:lnTo>
                  <a:lnTo>
                    <a:pt x="5625611" y="2669796"/>
                  </a:lnTo>
                  <a:lnTo>
                    <a:pt x="5627642" y="2717874"/>
                  </a:lnTo>
                  <a:lnTo>
                    <a:pt x="5628865" y="2766156"/>
                  </a:lnTo>
                  <a:lnTo>
                    <a:pt x="5629274" y="2814637"/>
                  </a:lnTo>
                  <a:lnTo>
                    <a:pt x="5628865" y="2863117"/>
                  </a:lnTo>
                  <a:lnTo>
                    <a:pt x="5627642" y="2911400"/>
                  </a:lnTo>
                  <a:lnTo>
                    <a:pt x="5625611" y="2959477"/>
                  </a:lnTo>
                  <a:lnTo>
                    <a:pt x="5622780" y="3007344"/>
                  </a:lnTo>
                  <a:lnTo>
                    <a:pt x="5619155" y="3054993"/>
                  </a:lnTo>
                  <a:lnTo>
                    <a:pt x="5614742" y="3102417"/>
                  </a:lnTo>
                  <a:lnTo>
                    <a:pt x="5609548" y="3149610"/>
                  </a:lnTo>
                  <a:lnTo>
                    <a:pt x="5603579" y="3196566"/>
                  </a:lnTo>
                  <a:lnTo>
                    <a:pt x="5596843" y="3243278"/>
                  </a:lnTo>
                  <a:lnTo>
                    <a:pt x="5589345" y="3289739"/>
                  </a:lnTo>
                  <a:lnTo>
                    <a:pt x="5581092" y="3335944"/>
                  </a:lnTo>
                  <a:lnTo>
                    <a:pt x="5572090" y="3381884"/>
                  </a:lnTo>
                  <a:lnTo>
                    <a:pt x="5562347" y="3427555"/>
                  </a:lnTo>
                  <a:lnTo>
                    <a:pt x="5551869" y="3472948"/>
                  </a:lnTo>
                  <a:lnTo>
                    <a:pt x="5540662" y="3518058"/>
                  </a:lnTo>
                  <a:lnTo>
                    <a:pt x="5528732" y="3562879"/>
                  </a:lnTo>
                  <a:lnTo>
                    <a:pt x="5516087" y="3607403"/>
                  </a:lnTo>
                  <a:lnTo>
                    <a:pt x="5502733" y="3651624"/>
                  </a:lnTo>
                  <a:lnTo>
                    <a:pt x="5488677" y="3695535"/>
                  </a:lnTo>
                  <a:lnTo>
                    <a:pt x="5473924" y="3739131"/>
                  </a:lnTo>
                  <a:lnTo>
                    <a:pt x="5458482" y="3782403"/>
                  </a:lnTo>
                  <a:lnTo>
                    <a:pt x="5442358" y="3825347"/>
                  </a:lnTo>
                  <a:lnTo>
                    <a:pt x="5425556" y="3867955"/>
                  </a:lnTo>
                  <a:lnTo>
                    <a:pt x="5408086" y="3910220"/>
                  </a:lnTo>
                  <a:lnTo>
                    <a:pt x="5389952" y="3952137"/>
                  </a:lnTo>
                  <a:lnTo>
                    <a:pt x="5371161" y="3993699"/>
                  </a:lnTo>
                  <a:lnTo>
                    <a:pt x="5351720" y="4034898"/>
                  </a:lnTo>
                  <a:lnTo>
                    <a:pt x="5331636" y="4075729"/>
                  </a:lnTo>
                  <a:lnTo>
                    <a:pt x="5310914" y="4116185"/>
                  </a:lnTo>
                  <a:lnTo>
                    <a:pt x="5289562" y="4156260"/>
                  </a:lnTo>
                  <a:lnTo>
                    <a:pt x="5267586" y="4195946"/>
                  </a:lnTo>
                  <a:lnTo>
                    <a:pt x="5244993" y="4235238"/>
                  </a:lnTo>
                  <a:lnTo>
                    <a:pt x="5221789" y="4274128"/>
                  </a:lnTo>
                  <a:lnTo>
                    <a:pt x="5197981" y="4312611"/>
                  </a:lnTo>
                  <a:lnTo>
                    <a:pt x="5173575" y="4350680"/>
                  </a:lnTo>
                  <a:lnTo>
                    <a:pt x="5148578" y="4388327"/>
                  </a:lnTo>
                  <a:lnTo>
                    <a:pt x="5122996" y="4425547"/>
                  </a:lnTo>
                  <a:lnTo>
                    <a:pt x="5096836" y="4462333"/>
                  </a:lnTo>
                  <a:lnTo>
                    <a:pt x="5070105" y="4498679"/>
                  </a:lnTo>
                  <a:lnTo>
                    <a:pt x="5042809" y="4534578"/>
                  </a:lnTo>
                  <a:lnTo>
                    <a:pt x="5014954" y="4570022"/>
                  </a:lnTo>
                  <a:lnTo>
                    <a:pt x="4986548" y="4605007"/>
                  </a:lnTo>
                  <a:lnTo>
                    <a:pt x="4957596" y="4639525"/>
                  </a:lnTo>
                  <a:lnTo>
                    <a:pt x="4928105" y="4673570"/>
                  </a:lnTo>
                  <a:lnTo>
                    <a:pt x="4898082" y="4707135"/>
                  </a:lnTo>
                  <a:lnTo>
                    <a:pt x="4867534" y="4740214"/>
                  </a:lnTo>
                  <a:lnTo>
                    <a:pt x="4836466" y="4772799"/>
                  </a:lnTo>
                  <a:lnTo>
                    <a:pt x="4804886" y="4804886"/>
                  </a:lnTo>
                  <a:lnTo>
                    <a:pt x="4772799" y="4836466"/>
                  </a:lnTo>
                  <a:lnTo>
                    <a:pt x="4740214" y="4867534"/>
                  </a:lnTo>
                  <a:lnTo>
                    <a:pt x="4707135" y="4898082"/>
                  </a:lnTo>
                  <a:lnTo>
                    <a:pt x="4673570" y="4928105"/>
                  </a:lnTo>
                  <a:lnTo>
                    <a:pt x="4639525" y="4957596"/>
                  </a:lnTo>
                  <a:lnTo>
                    <a:pt x="4605007" y="4986548"/>
                  </a:lnTo>
                  <a:lnTo>
                    <a:pt x="4570022" y="5014954"/>
                  </a:lnTo>
                  <a:lnTo>
                    <a:pt x="4534578" y="5042809"/>
                  </a:lnTo>
                  <a:lnTo>
                    <a:pt x="4498679" y="5070105"/>
                  </a:lnTo>
                  <a:lnTo>
                    <a:pt x="4462333" y="5096836"/>
                  </a:lnTo>
                  <a:lnTo>
                    <a:pt x="4425547" y="5122996"/>
                  </a:lnTo>
                  <a:lnTo>
                    <a:pt x="4388327" y="5148578"/>
                  </a:lnTo>
                  <a:lnTo>
                    <a:pt x="4350680" y="5173575"/>
                  </a:lnTo>
                  <a:lnTo>
                    <a:pt x="4312611" y="5197981"/>
                  </a:lnTo>
                  <a:lnTo>
                    <a:pt x="4274128" y="5221789"/>
                  </a:lnTo>
                  <a:lnTo>
                    <a:pt x="4235238" y="5244993"/>
                  </a:lnTo>
                  <a:lnTo>
                    <a:pt x="4195946" y="5267586"/>
                  </a:lnTo>
                  <a:lnTo>
                    <a:pt x="4156260" y="5289562"/>
                  </a:lnTo>
                  <a:lnTo>
                    <a:pt x="4116185" y="5310914"/>
                  </a:lnTo>
                  <a:lnTo>
                    <a:pt x="4075729" y="5331636"/>
                  </a:lnTo>
                  <a:lnTo>
                    <a:pt x="4034898" y="5351720"/>
                  </a:lnTo>
                  <a:lnTo>
                    <a:pt x="3993699" y="5371161"/>
                  </a:lnTo>
                  <a:lnTo>
                    <a:pt x="3952137" y="5389952"/>
                  </a:lnTo>
                  <a:lnTo>
                    <a:pt x="3910220" y="5408086"/>
                  </a:lnTo>
                  <a:lnTo>
                    <a:pt x="3867955" y="5425556"/>
                  </a:lnTo>
                  <a:lnTo>
                    <a:pt x="3825347" y="5442358"/>
                  </a:lnTo>
                  <a:lnTo>
                    <a:pt x="3782403" y="5458482"/>
                  </a:lnTo>
                  <a:lnTo>
                    <a:pt x="3739131" y="5473924"/>
                  </a:lnTo>
                  <a:lnTo>
                    <a:pt x="3695535" y="5488677"/>
                  </a:lnTo>
                  <a:lnTo>
                    <a:pt x="3651624" y="5502733"/>
                  </a:lnTo>
                  <a:lnTo>
                    <a:pt x="3607403" y="5516087"/>
                  </a:lnTo>
                  <a:lnTo>
                    <a:pt x="3562879" y="5528732"/>
                  </a:lnTo>
                  <a:lnTo>
                    <a:pt x="3518058" y="5540662"/>
                  </a:lnTo>
                  <a:lnTo>
                    <a:pt x="3472948" y="5551869"/>
                  </a:lnTo>
                  <a:lnTo>
                    <a:pt x="3427555" y="5562347"/>
                  </a:lnTo>
                  <a:lnTo>
                    <a:pt x="3381884" y="5572090"/>
                  </a:lnTo>
                  <a:lnTo>
                    <a:pt x="3335944" y="5581092"/>
                  </a:lnTo>
                  <a:lnTo>
                    <a:pt x="3289739" y="5589345"/>
                  </a:lnTo>
                  <a:lnTo>
                    <a:pt x="3243278" y="5596843"/>
                  </a:lnTo>
                  <a:lnTo>
                    <a:pt x="3196566" y="5603579"/>
                  </a:lnTo>
                  <a:lnTo>
                    <a:pt x="3149610" y="5609548"/>
                  </a:lnTo>
                  <a:lnTo>
                    <a:pt x="3102417" y="5614742"/>
                  </a:lnTo>
                  <a:lnTo>
                    <a:pt x="3054993" y="5619155"/>
                  </a:lnTo>
                  <a:lnTo>
                    <a:pt x="3007344" y="5622780"/>
                  </a:lnTo>
                  <a:lnTo>
                    <a:pt x="2959477" y="5625611"/>
                  </a:lnTo>
                  <a:lnTo>
                    <a:pt x="2911400" y="5627642"/>
                  </a:lnTo>
                  <a:lnTo>
                    <a:pt x="2863117" y="5628865"/>
                  </a:lnTo>
                  <a:lnTo>
                    <a:pt x="2814637" y="5629274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/>
            <p:cNvSpPr/>
            <p:nvPr/>
          </p:nvSpPr>
          <p:spPr>
            <a:xfrm>
              <a:off x="12101233" y="3072815"/>
              <a:ext cx="5158105" cy="4141470"/>
            </a:xfrm>
            <a:custGeom>
              <a:avLst/>
              <a:gdLst/>
              <a:ahLst/>
              <a:cxnLst/>
              <a:rect l="l" t="t" r="r" b="b"/>
              <a:pathLst>
                <a:path w="5158105" h="4141470">
                  <a:moveTo>
                    <a:pt x="5158029" y="3117875"/>
                  </a:moveTo>
                  <a:lnTo>
                    <a:pt x="0" y="3117875"/>
                  </a:lnTo>
                  <a:lnTo>
                    <a:pt x="0" y="3363455"/>
                  </a:lnTo>
                  <a:lnTo>
                    <a:pt x="4775" y="3410813"/>
                  </a:lnTo>
                  <a:lnTo>
                    <a:pt x="18478" y="3454933"/>
                  </a:lnTo>
                  <a:lnTo>
                    <a:pt x="40157" y="3494862"/>
                  </a:lnTo>
                  <a:lnTo>
                    <a:pt x="68859" y="3529647"/>
                  </a:lnTo>
                  <a:lnTo>
                    <a:pt x="103657" y="3558349"/>
                  </a:lnTo>
                  <a:lnTo>
                    <a:pt x="143586" y="3580028"/>
                  </a:lnTo>
                  <a:lnTo>
                    <a:pt x="187718" y="3593719"/>
                  </a:lnTo>
                  <a:lnTo>
                    <a:pt x="235102" y="3598494"/>
                  </a:lnTo>
                  <a:lnTo>
                    <a:pt x="1991283" y="3598494"/>
                  </a:lnTo>
                  <a:lnTo>
                    <a:pt x="1988400" y="3640188"/>
                  </a:lnTo>
                  <a:lnTo>
                    <a:pt x="1980755" y="3739921"/>
                  </a:lnTo>
                  <a:lnTo>
                    <a:pt x="1969820" y="3859720"/>
                  </a:lnTo>
                  <a:lnTo>
                    <a:pt x="1957070" y="3961587"/>
                  </a:lnTo>
                  <a:lnTo>
                    <a:pt x="1941423" y="4014190"/>
                  </a:lnTo>
                  <a:lnTo>
                    <a:pt x="1916531" y="4051655"/>
                  </a:lnTo>
                  <a:lnTo>
                    <a:pt x="1884807" y="4076776"/>
                  </a:lnTo>
                  <a:lnTo>
                    <a:pt x="1848650" y="4092346"/>
                  </a:lnTo>
                  <a:lnTo>
                    <a:pt x="1810448" y="4101160"/>
                  </a:lnTo>
                  <a:lnTo>
                    <a:pt x="1772589" y="4106011"/>
                  </a:lnTo>
                  <a:lnTo>
                    <a:pt x="1737499" y="4109694"/>
                  </a:lnTo>
                  <a:lnTo>
                    <a:pt x="1707540" y="4115003"/>
                  </a:lnTo>
                  <a:lnTo>
                    <a:pt x="1685137" y="4124718"/>
                  </a:lnTo>
                  <a:lnTo>
                    <a:pt x="1681759" y="4129544"/>
                  </a:lnTo>
                  <a:lnTo>
                    <a:pt x="1681848" y="4135031"/>
                  </a:lnTo>
                  <a:lnTo>
                    <a:pt x="1684883" y="4139527"/>
                  </a:lnTo>
                  <a:lnTo>
                    <a:pt x="1690395" y="4141381"/>
                  </a:lnTo>
                  <a:lnTo>
                    <a:pt x="3465880" y="4141381"/>
                  </a:lnTo>
                  <a:lnTo>
                    <a:pt x="3471392" y="4139527"/>
                  </a:lnTo>
                  <a:lnTo>
                    <a:pt x="3474428" y="4135031"/>
                  </a:lnTo>
                  <a:lnTo>
                    <a:pt x="3474516" y="4129544"/>
                  </a:lnTo>
                  <a:lnTo>
                    <a:pt x="3471138" y="4124718"/>
                  </a:lnTo>
                  <a:lnTo>
                    <a:pt x="3448735" y="4115003"/>
                  </a:lnTo>
                  <a:lnTo>
                    <a:pt x="3418776" y="4109694"/>
                  </a:lnTo>
                  <a:lnTo>
                    <a:pt x="3383686" y="4106011"/>
                  </a:lnTo>
                  <a:lnTo>
                    <a:pt x="3345827" y="4101160"/>
                  </a:lnTo>
                  <a:lnTo>
                    <a:pt x="3307626" y="4092346"/>
                  </a:lnTo>
                  <a:lnTo>
                    <a:pt x="3271456" y="4076776"/>
                  </a:lnTo>
                  <a:lnTo>
                    <a:pt x="3239744" y="4051655"/>
                  </a:lnTo>
                  <a:lnTo>
                    <a:pt x="3214852" y="4014190"/>
                  </a:lnTo>
                  <a:lnTo>
                    <a:pt x="3199206" y="3961587"/>
                  </a:lnTo>
                  <a:lnTo>
                    <a:pt x="3186455" y="3859720"/>
                  </a:lnTo>
                  <a:lnTo>
                    <a:pt x="3175520" y="3739921"/>
                  </a:lnTo>
                  <a:lnTo>
                    <a:pt x="3167875" y="3640188"/>
                  </a:lnTo>
                  <a:lnTo>
                    <a:pt x="3164992" y="3598494"/>
                  </a:lnTo>
                  <a:lnTo>
                    <a:pt x="4922926" y="3598494"/>
                  </a:lnTo>
                  <a:lnTo>
                    <a:pt x="4970310" y="3593719"/>
                  </a:lnTo>
                  <a:lnTo>
                    <a:pt x="5014442" y="3580028"/>
                  </a:lnTo>
                  <a:lnTo>
                    <a:pt x="5054371" y="3558349"/>
                  </a:lnTo>
                  <a:lnTo>
                    <a:pt x="5089169" y="3529647"/>
                  </a:lnTo>
                  <a:lnTo>
                    <a:pt x="5117871" y="3494862"/>
                  </a:lnTo>
                  <a:lnTo>
                    <a:pt x="5139550" y="3454933"/>
                  </a:lnTo>
                  <a:lnTo>
                    <a:pt x="5153253" y="3410813"/>
                  </a:lnTo>
                  <a:lnTo>
                    <a:pt x="5158029" y="3363455"/>
                  </a:lnTo>
                  <a:lnTo>
                    <a:pt x="5158029" y="3117875"/>
                  </a:lnTo>
                  <a:close/>
                </a:path>
                <a:path w="5158105" h="4141470">
                  <a:moveTo>
                    <a:pt x="5158029" y="235051"/>
                  </a:moveTo>
                  <a:lnTo>
                    <a:pt x="5153253" y="187680"/>
                  </a:lnTo>
                  <a:lnTo>
                    <a:pt x="5139550" y="143560"/>
                  </a:lnTo>
                  <a:lnTo>
                    <a:pt x="5117871" y="103632"/>
                  </a:lnTo>
                  <a:lnTo>
                    <a:pt x="5089169" y="68846"/>
                  </a:lnTo>
                  <a:lnTo>
                    <a:pt x="5054371" y="40144"/>
                  </a:lnTo>
                  <a:lnTo>
                    <a:pt x="5014442" y="18478"/>
                  </a:lnTo>
                  <a:lnTo>
                    <a:pt x="4970310" y="4775"/>
                  </a:lnTo>
                  <a:lnTo>
                    <a:pt x="4933454" y="1066"/>
                  </a:lnTo>
                  <a:lnTo>
                    <a:pt x="4933454" y="243814"/>
                  </a:lnTo>
                  <a:lnTo>
                    <a:pt x="4933454" y="2892475"/>
                  </a:lnTo>
                  <a:lnTo>
                    <a:pt x="217551" y="2892475"/>
                  </a:lnTo>
                  <a:lnTo>
                    <a:pt x="217551" y="243814"/>
                  </a:lnTo>
                  <a:lnTo>
                    <a:pt x="4933454" y="243814"/>
                  </a:lnTo>
                  <a:lnTo>
                    <a:pt x="4933454" y="1066"/>
                  </a:lnTo>
                  <a:lnTo>
                    <a:pt x="4922939" y="0"/>
                  </a:lnTo>
                  <a:lnTo>
                    <a:pt x="235102" y="0"/>
                  </a:lnTo>
                  <a:lnTo>
                    <a:pt x="187718" y="4775"/>
                  </a:lnTo>
                  <a:lnTo>
                    <a:pt x="143586" y="18478"/>
                  </a:lnTo>
                  <a:lnTo>
                    <a:pt x="103657" y="40144"/>
                  </a:lnTo>
                  <a:lnTo>
                    <a:pt x="68859" y="68846"/>
                  </a:lnTo>
                  <a:lnTo>
                    <a:pt x="40157" y="103632"/>
                  </a:lnTo>
                  <a:lnTo>
                    <a:pt x="18478" y="143560"/>
                  </a:lnTo>
                  <a:lnTo>
                    <a:pt x="4775" y="187680"/>
                  </a:lnTo>
                  <a:lnTo>
                    <a:pt x="0" y="235051"/>
                  </a:lnTo>
                  <a:lnTo>
                    <a:pt x="0" y="3116999"/>
                  </a:lnTo>
                  <a:lnTo>
                    <a:pt x="5158029" y="3116999"/>
                  </a:lnTo>
                  <a:lnTo>
                    <a:pt x="5158029" y="2892475"/>
                  </a:lnTo>
                  <a:lnTo>
                    <a:pt x="5158029" y="243814"/>
                  </a:lnTo>
                  <a:lnTo>
                    <a:pt x="5158029" y="235051"/>
                  </a:lnTo>
                  <a:close/>
                </a:path>
              </a:pathLst>
            </a:custGeom>
            <a:solidFill>
              <a:srgbClr val="1A2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18761" y="3316678"/>
              <a:ext cx="4715968" cy="2649223"/>
            </a:xfrm>
            <a:prstGeom prst="rect">
              <a:avLst/>
            </a:prstGeom>
          </p:spPr>
        </p:pic>
      </p:grpSp>
      <p:sp>
        <p:nvSpPr>
          <p:cNvPr id="10" name="Rectangle 9"/>
          <p:cNvSpPr/>
          <p:nvPr/>
        </p:nvSpPr>
        <p:spPr>
          <a:xfrm>
            <a:off x="175124" y="3778516"/>
            <a:ext cx="1170224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b="1" dirty="0">
                <a:solidFill>
                  <a:srgbClr val="24225C"/>
                </a:solidFill>
                <a:latin typeface="Assistant Bold Bold"/>
              </a:rPr>
              <a:t>3</a:t>
            </a:r>
            <a:r>
              <a:rPr lang="en-US" sz="8000" b="1" dirty="0" smtClean="0">
                <a:solidFill>
                  <a:srgbClr val="24225C"/>
                </a:solidFill>
                <a:latin typeface="Assistant Bold Bold"/>
              </a:rPr>
              <a:t>- Hardware &amp; Software</a:t>
            </a:r>
            <a:endParaRPr lang="en-US" sz="8000" b="1" dirty="0"/>
          </a:p>
        </p:txBody>
      </p:sp>
      <p:sp>
        <p:nvSpPr>
          <p:cNvPr id="11" name="object 9"/>
          <p:cNvSpPr/>
          <p:nvPr/>
        </p:nvSpPr>
        <p:spPr>
          <a:xfrm>
            <a:off x="0" y="0"/>
            <a:ext cx="1404620" cy="2204085"/>
          </a:xfrm>
          <a:custGeom>
            <a:avLst/>
            <a:gdLst/>
            <a:ahLst/>
            <a:cxnLst/>
            <a:rect l="l" t="t" r="r" b="b"/>
            <a:pathLst>
              <a:path w="1404620" h="2204085">
                <a:moveTo>
                  <a:pt x="0" y="2203819"/>
                </a:moveTo>
                <a:lnTo>
                  <a:pt x="0" y="0"/>
                </a:lnTo>
                <a:lnTo>
                  <a:pt x="1404377" y="0"/>
                </a:lnTo>
                <a:lnTo>
                  <a:pt x="1400756" y="39315"/>
                </a:lnTo>
                <a:lnTo>
                  <a:pt x="1395642" y="86274"/>
                </a:lnTo>
                <a:lnTo>
                  <a:pt x="1389764" y="133001"/>
                </a:lnTo>
                <a:lnTo>
                  <a:pt x="1383130" y="179487"/>
                </a:lnTo>
                <a:lnTo>
                  <a:pt x="1375745" y="225728"/>
                </a:lnTo>
                <a:lnTo>
                  <a:pt x="1367617" y="271716"/>
                </a:lnTo>
                <a:lnTo>
                  <a:pt x="1358751" y="317445"/>
                </a:lnTo>
                <a:lnTo>
                  <a:pt x="1349154" y="362909"/>
                </a:lnTo>
                <a:lnTo>
                  <a:pt x="1338832" y="408101"/>
                </a:lnTo>
                <a:lnTo>
                  <a:pt x="1327792" y="453015"/>
                </a:lnTo>
                <a:lnTo>
                  <a:pt x="1316040" y="497645"/>
                </a:lnTo>
                <a:lnTo>
                  <a:pt x="1303583" y="541985"/>
                </a:lnTo>
                <a:lnTo>
                  <a:pt x="1290426" y="586027"/>
                </a:lnTo>
                <a:lnTo>
                  <a:pt x="1276576" y="629765"/>
                </a:lnTo>
                <a:lnTo>
                  <a:pt x="1262041" y="673194"/>
                </a:lnTo>
                <a:lnTo>
                  <a:pt x="1246825" y="716307"/>
                </a:lnTo>
                <a:lnTo>
                  <a:pt x="1230935" y="759096"/>
                </a:lnTo>
                <a:lnTo>
                  <a:pt x="1214378" y="801557"/>
                </a:lnTo>
                <a:lnTo>
                  <a:pt x="1197161" y="843682"/>
                </a:lnTo>
                <a:lnTo>
                  <a:pt x="1179288" y="885466"/>
                </a:lnTo>
                <a:lnTo>
                  <a:pt x="1160768" y="926901"/>
                </a:lnTo>
                <a:lnTo>
                  <a:pt x="1141606" y="967982"/>
                </a:lnTo>
                <a:lnTo>
                  <a:pt x="1121809" y="1008702"/>
                </a:lnTo>
                <a:lnTo>
                  <a:pt x="1101382" y="1049054"/>
                </a:lnTo>
                <a:lnTo>
                  <a:pt x="1080333" y="1089033"/>
                </a:lnTo>
                <a:lnTo>
                  <a:pt x="1058668" y="1128632"/>
                </a:lnTo>
                <a:lnTo>
                  <a:pt x="1036393" y="1167844"/>
                </a:lnTo>
                <a:lnTo>
                  <a:pt x="1013514" y="1206664"/>
                </a:lnTo>
                <a:lnTo>
                  <a:pt x="990039" y="1245084"/>
                </a:lnTo>
                <a:lnTo>
                  <a:pt x="965973" y="1283098"/>
                </a:lnTo>
                <a:lnTo>
                  <a:pt x="941322" y="1320701"/>
                </a:lnTo>
                <a:lnTo>
                  <a:pt x="916094" y="1357885"/>
                </a:lnTo>
                <a:lnTo>
                  <a:pt x="890293" y="1394644"/>
                </a:lnTo>
                <a:lnTo>
                  <a:pt x="863928" y="1430973"/>
                </a:lnTo>
                <a:lnTo>
                  <a:pt x="837004" y="1466863"/>
                </a:lnTo>
                <a:lnTo>
                  <a:pt x="809528" y="1502310"/>
                </a:lnTo>
                <a:lnTo>
                  <a:pt x="781506" y="1537307"/>
                </a:lnTo>
                <a:lnTo>
                  <a:pt x="752944" y="1571846"/>
                </a:lnTo>
                <a:lnTo>
                  <a:pt x="723848" y="1605923"/>
                </a:lnTo>
                <a:lnTo>
                  <a:pt x="694226" y="1639531"/>
                </a:lnTo>
                <a:lnTo>
                  <a:pt x="664084" y="1672662"/>
                </a:lnTo>
                <a:lnTo>
                  <a:pt x="633427" y="1705311"/>
                </a:lnTo>
                <a:lnTo>
                  <a:pt x="602262" y="1737472"/>
                </a:lnTo>
                <a:lnTo>
                  <a:pt x="570597" y="1769138"/>
                </a:lnTo>
                <a:lnTo>
                  <a:pt x="538436" y="1800302"/>
                </a:lnTo>
                <a:lnTo>
                  <a:pt x="505786" y="1830959"/>
                </a:lnTo>
                <a:lnTo>
                  <a:pt x="472655" y="1861102"/>
                </a:lnTo>
                <a:lnTo>
                  <a:pt x="439048" y="1890724"/>
                </a:lnTo>
                <a:lnTo>
                  <a:pt x="404971" y="1919819"/>
                </a:lnTo>
                <a:lnTo>
                  <a:pt x="370431" y="1948381"/>
                </a:lnTo>
                <a:lnTo>
                  <a:pt x="335434" y="1976404"/>
                </a:lnTo>
                <a:lnTo>
                  <a:pt x="299988" y="2003880"/>
                </a:lnTo>
                <a:lnTo>
                  <a:pt x="264097" y="2030804"/>
                </a:lnTo>
                <a:lnTo>
                  <a:pt x="227769" y="2057169"/>
                </a:lnTo>
                <a:lnTo>
                  <a:pt x="191009" y="2082969"/>
                </a:lnTo>
                <a:lnTo>
                  <a:pt x="153825" y="2108198"/>
                </a:lnTo>
                <a:lnTo>
                  <a:pt x="116223" y="2132848"/>
                </a:lnTo>
                <a:lnTo>
                  <a:pt x="78208" y="2156914"/>
                </a:lnTo>
                <a:lnTo>
                  <a:pt x="39788" y="2180390"/>
                </a:lnTo>
                <a:lnTo>
                  <a:pt x="969" y="2203268"/>
                </a:lnTo>
                <a:lnTo>
                  <a:pt x="0" y="2203819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299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70022" y="1846745"/>
            <a:ext cx="5687060" cy="1122680"/>
            <a:chOff x="1770022" y="1846745"/>
            <a:chExt cx="5687060" cy="1122680"/>
          </a:xfrm>
        </p:grpSpPr>
        <p:sp>
          <p:nvSpPr>
            <p:cNvPr id="3" name="object 3"/>
            <p:cNvSpPr/>
            <p:nvPr/>
          </p:nvSpPr>
          <p:spPr>
            <a:xfrm>
              <a:off x="1960522" y="2431780"/>
              <a:ext cx="5306060" cy="0"/>
            </a:xfrm>
            <a:custGeom>
              <a:avLst/>
              <a:gdLst/>
              <a:ahLst/>
              <a:cxnLst/>
              <a:rect l="l" t="t" r="r" b="b"/>
              <a:pathLst>
                <a:path w="5306059">
                  <a:moveTo>
                    <a:pt x="0" y="0"/>
                  </a:moveTo>
                  <a:lnTo>
                    <a:pt x="5305544" y="0"/>
                  </a:lnTo>
                </a:path>
              </a:pathLst>
            </a:custGeom>
            <a:ln w="47624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022" y="2336530"/>
              <a:ext cx="190499" cy="1904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66067" y="2336530"/>
              <a:ext cx="190499" cy="1904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27250" y="1846757"/>
              <a:ext cx="4548505" cy="1122680"/>
            </a:xfrm>
            <a:custGeom>
              <a:avLst/>
              <a:gdLst/>
              <a:ahLst/>
              <a:cxnLst/>
              <a:rect l="l" t="t" r="r" b="b"/>
              <a:pathLst>
                <a:path w="4548505" h="1122680">
                  <a:moveTo>
                    <a:pt x="4548162" y="561251"/>
                  </a:moveTo>
                  <a:lnTo>
                    <a:pt x="4183265" y="0"/>
                  </a:lnTo>
                  <a:lnTo>
                    <a:pt x="694004" y="0"/>
                  </a:lnTo>
                  <a:lnTo>
                    <a:pt x="694004" y="914"/>
                  </a:lnTo>
                  <a:lnTo>
                    <a:pt x="0" y="914"/>
                  </a:lnTo>
                  <a:lnTo>
                    <a:pt x="618248" y="561784"/>
                  </a:lnTo>
                  <a:lnTo>
                    <a:pt x="0" y="1122375"/>
                  </a:lnTo>
                  <a:lnTo>
                    <a:pt x="772947" y="1122375"/>
                  </a:lnTo>
                  <a:lnTo>
                    <a:pt x="773938" y="1121473"/>
                  </a:lnTo>
                  <a:lnTo>
                    <a:pt x="4183265" y="1121473"/>
                  </a:lnTo>
                  <a:lnTo>
                    <a:pt x="4548162" y="561251"/>
                  </a:lnTo>
                  <a:close/>
                </a:path>
              </a:pathLst>
            </a:custGeom>
            <a:solidFill>
              <a:srgbClr val="F59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0664566" y="1846713"/>
            <a:ext cx="5687060" cy="1122680"/>
            <a:chOff x="10664566" y="1846713"/>
            <a:chExt cx="5687060" cy="1122680"/>
          </a:xfrm>
        </p:grpSpPr>
        <p:sp>
          <p:nvSpPr>
            <p:cNvPr id="8" name="object 8"/>
            <p:cNvSpPr/>
            <p:nvPr/>
          </p:nvSpPr>
          <p:spPr>
            <a:xfrm>
              <a:off x="10855065" y="2384155"/>
              <a:ext cx="5306060" cy="0"/>
            </a:xfrm>
            <a:custGeom>
              <a:avLst/>
              <a:gdLst/>
              <a:ahLst/>
              <a:cxnLst/>
              <a:rect l="l" t="t" r="r" b="b"/>
              <a:pathLst>
                <a:path w="5306059">
                  <a:moveTo>
                    <a:pt x="5305544" y="0"/>
                  </a:moveTo>
                  <a:lnTo>
                    <a:pt x="0" y="0"/>
                  </a:lnTo>
                </a:path>
              </a:pathLst>
            </a:custGeom>
            <a:ln w="47624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60610" y="2288905"/>
              <a:ext cx="190499" cy="1904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4566" y="2288905"/>
              <a:ext cx="190499" cy="1904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445799" y="1846719"/>
              <a:ext cx="4548505" cy="1122680"/>
            </a:xfrm>
            <a:custGeom>
              <a:avLst/>
              <a:gdLst/>
              <a:ahLst/>
              <a:cxnLst/>
              <a:rect l="l" t="t" r="r" b="b"/>
              <a:pathLst>
                <a:path w="4548505" h="1122680">
                  <a:moveTo>
                    <a:pt x="4548162" y="0"/>
                  </a:moveTo>
                  <a:lnTo>
                    <a:pt x="3775214" y="0"/>
                  </a:lnTo>
                  <a:lnTo>
                    <a:pt x="3774211" y="901"/>
                  </a:lnTo>
                  <a:lnTo>
                    <a:pt x="364896" y="901"/>
                  </a:lnTo>
                  <a:lnTo>
                    <a:pt x="0" y="561124"/>
                  </a:lnTo>
                  <a:lnTo>
                    <a:pt x="364896" y="1122375"/>
                  </a:lnTo>
                  <a:lnTo>
                    <a:pt x="3854158" y="1122375"/>
                  </a:lnTo>
                  <a:lnTo>
                    <a:pt x="3854158" y="1121460"/>
                  </a:lnTo>
                  <a:lnTo>
                    <a:pt x="4548162" y="1121460"/>
                  </a:lnTo>
                  <a:lnTo>
                    <a:pt x="3929913" y="560590"/>
                  </a:lnTo>
                  <a:lnTo>
                    <a:pt x="4548162" y="0"/>
                  </a:lnTo>
                  <a:close/>
                </a:path>
              </a:pathLst>
            </a:custGeom>
            <a:solidFill>
              <a:srgbClr val="BCCC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2127250" y="0"/>
            <a:ext cx="13868400" cy="767080"/>
          </a:xfrm>
          <a:custGeom>
            <a:avLst/>
            <a:gdLst/>
            <a:ahLst/>
            <a:cxnLst/>
            <a:rect l="l" t="t" r="r" b="b"/>
            <a:pathLst>
              <a:path w="13868400" h="767080">
                <a:moveTo>
                  <a:pt x="0" y="0"/>
                </a:moveTo>
                <a:lnTo>
                  <a:pt x="13868399" y="0"/>
                </a:lnTo>
                <a:lnTo>
                  <a:pt x="13868399" y="766971"/>
                </a:lnTo>
                <a:lnTo>
                  <a:pt x="0" y="766971"/>
                </a:lnTo>
                <a:lnTo>
                  <a:pt x="0" y="0"/>
                </a:lnTo>
                <a:close/>
              </a:path>
            </a:pathLst>
          </a:custGeom>
          <a:solidFill>
            <a:srgbClr val="6261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" y="9258299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18288000" h="1028700">
                <a:moveTo>
                  <a:pt x="18287943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18287943" y="0"/>
                </a:lnTo>
                <a:lnTo>
                  <a:pt x="18287943" y="1028700"/>
                </a:lnTo>
                <a:close/>
              </a:path>
            </a:pathLst>
          </a:custGeom>
          <a:solidFill>
            <a:srgbClr val="62616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8719552" y="4212005"/>
            <a:ext cx="190500" cy="3524885"/>
            <a:chOff x="8941541" y="3693223"/>
            <a:chExt cx="190500" cy="3524885"/>
          </a:xfrm>
        </p:grpSpPr>
        <p:sp>
          <p:nvSpPr>
            <p:cNvPr id="15" name="object 15"/>
            <p:cNvSpPr/>
            <p:nvPr/>
          </p:nvSpPr>
          <p:spPr>
            <a:xfrm>
              <a:off x="9036776" y="3883497"/>
              <a:ext cx="0" cy="3143885"/>
            </a:xfrm>
            <a:custGeom>
              <a:avLst/>
              <a:gdLst/>
              <a:ahLst/>
              <a:cxnLst/>
              <a:rect l="l" t="t" r="r" b="b"/>
              <a:pathLst>
                <a:path h="3143884">
                  <a:moveTo>
                    <a:pt x="0" y="3143805"/>
                  </a:moveTo>
                  <a:lnTo>
                    <a:pt x="0" y="0"/>
                  </a:lnTo>
                </a:path>
              </a:pathLst>
            </a:custGeom>
            <a:ln w="47564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41541" y="7027288"/>
              <a:ext cx="190469" cy="1902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41541" y="3693223"/>
              <a:ext cx="190469" cy="190289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1884637" y="4311380"/>
            <a:ext cx="5686425" cy="800100"/>
          </a:xfrm>
          <a:custGeom>
            <a:avLst/>
            <a:gdLst/>
            <a:ahLst/>
            <a:cxnLst/>
            <a:rect l="l" t="t" r="r" b="b"/>
            <a:pathLst>
              <a:path w="5686425" h="800100">
                <a:moveTo>
                  <a:pt x="5685819" y="399618"/>
                </a:moveTo>
                <a:lnTo>
                  <a:pt x="5679560" y="468073"/>
                </a:lnTo>
                <a:lnTo>
                  <a:pt x="5662942" y="532968"/>
                </a:lnTo>
                <a:lnTo>
                  <a:pt x="5645984" y="573856"/>
                </a:lnTo>
                <a:lnTo>
                  <a:pt x="5624683" y="612291"/>
                </a:lnTo>
                <a:lnTo>
                  <a:pt x="5599255" y="647982"/>
                </a:lnTo>
                <a:lnTo>
                  <a:pt x="5569916" y="680635"/>
                </a:lnTo>
                <a:lnTo>
                  <a:pt x="5536883" y="709960"/>
                </a:lnTo>
                <a:lnTo>
                  <a:pt x="5500370" y="735664"/>
                </a:lnTo>
                <a:lnTo>
                  <a:pt x="5460595" y="757457"/>
                </a:lnTo>
                <a:lnTo>
                  <a:pt x="5417773" y="775045"/>
                </a:lnTo>
                <a:lnTo>
                  <a:pt x="5372121" y="788138"/>
                </a:lnTo>
                <a:lnTo>
                  <a:pt x="5323853" y="796443"/>
                </a:lnTo>
                <a:lnTo>
                  <a:pt x="5273188" y="799668"/>
                </a:lnTo>
                <a:lnTo>
                  <a:pt x="0" y="799668"/>
                </a:lnTo>
                <a:lnTo>
                  <a:pt x="0" y="0"/>
                </a:lnTo>
                <a:lnTo>
                  <a:pt x="5277243" y="0"/>
                </a:lnTo>
                <a:lnTo>
                  <a:pt x="5331515" y="3878"/>
                </a:lnTo>
                <a:lnTo>
                  <a:pt x="5383133" y="13940"/>
                </a:lnTo>
                <a:lnTo>
                  <a:pt x="5431786" y="29766"/>
                </a:lnTo>
                <a:lnTo>
                  <a:pt x="5477165" y="50937"/>
                </a:lnTo>
                <a:lnTo>
                  <a:pt x="5518961" y="77032"/>
                </a:lnTo>
                <a:lnTo>
                  <a:pt x="5556865" y="107632"/>
                </a:lnTo>
                <a:lnTo>
                  <a:pt x="5590568" y="142319"/>
                </a:lnTo>
                <a:lnTo>
                  <a:pt x="5619760" y="180672"/>
                </a:lnTo>
                <a:lnTo>
                  <a:pt x="5644131" y="222272"/>
                </a:lnTo>
                <a:lnTo>
                  <a:pt x="5663374" y="266700"/>
                </a:lnTo>
                <a:lnTo>
                  <a:pt x="5663806" y="267563"/>
                </a:lnTo>
                <a:lnTo>
                  <a:pt x="5663806" y="268426"/>
                </a:lnTo>
                <a:lnTo>
                  <a:pt x="5664237" y="269289"/>
                </a:lnTo>
                <a:lnTo>
                  <a:pt x="5673436" y="300334"/>
                </a:lnTo>
                <a:lnTo>
                  <a:pt x="5680208" y="332511"/>
                </a:lnTo>
                <a:lnTo>
                  <a:pt x="5684389" y="365660"/>
                </a:lnTo>
                <a:lnTo>
                  <a:pt x="5685819" y="399618"/>
                </a:lnTo>
                <a:close/>
              </a:path>
            </a:pathLst>
          </a:custGeom>
          <a:solidFill>
            <a:srgbClr val="ABC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50403" y="6093703"/>
            <a:ext cx="5686425" cy="800100"/>
          </a:xfrm>
          <a:custGeom>
            <a:avLst/>
            <a:gdLst/>
            <a:ahLst/>
            <a:cxnLst/>
            <a:rect l="l" t="t" r="r" b="b"/>
            <a:pathLst>
              <a:path w="5686425" h="800100">
                <a:moveTo>
                  <a:pt x="5685819" y="399618"/>
                </a:moveTo>
                <a:lnTo>
                  <a:pt x="5679560" y="468073"/>
                </a:lnTo>
                <a:lnTo>
                  <a:pt x="5662942" y="532968"/>
                </a:lnTo>
                <a:lnTo>
                  <a:pt x="5645984" y="573856"/>
                </a:lnTo>
                <a:lnTo>
                  <a:pt x="5624683" y="612291"/>
                </a:lnTo>
                <a:lnTo>
                  <a:pt x="5599255" y="647982"/>
                </a:lnTo>
                <a:lnTo>
                  <a:pt x="5569916" y="680635"/>
                </a:lnTo>
                <a:lnTo>
                  <a:pt x="5536883" y="709960"/>
                </a:lnTo>
                <a:lnTo>
                  <a:pt x="5500370" y="735664"/>
                </a:lnTo>
                <a:lnTo>
                  <a:pt x="5460595" y="757457"/>
                </a:lnTo>
                <a:lnTo>
                  <a:pt x="5417773" y="775045"/>
                </a:lnTo>
                <a:lnTo>
                  <a:pt x="5372121" y="788138"/>
                </a:lnTo>
                <a:lnTo>
                  <a:pt x="5323853" y="796443"/>
                </a:lnTo>
                <a:lnTo>
                  <a:pt x="5273188" y="799668"/>
                </a:lnTo>
                <a:lnTo>
                  <a:pt x="0" y="799668"/>
                </a:lnTo>
                <a:lnTo>
                  <a:pt x="0" y="0"/>
                </a:lnTo>
                <a:lnTo>
                  <a:pt x="5277243" y="0"/>
                </a:lnTo>
                <a:lnTo>
                  <a:pt x="5331515" y="3878"/>
                </a:lnTo>
                <a:lnTo>
                  <a:pt x="5383133" y="13940"/>
                </a:lnTo>
                <a:lnTo>
                  <a:pt x="5431786" y="29766"/>
                </a:lnTo>
                <a:lnTo>
                  <a:pt x="5477165" y="50937"/>
                </a:lnTo>
                <a:lnTo>
                  <a:pt x="5518961" y="77032"/>
                </a:lnTo>
                <a:lnTo>
                  <a:pt x="5556865" y="107632"/>
                </a:lnTo>
                <a:lnTo>
                  <a:pt x="5590568" y="142319"/>
                </a:lnTo>
                <a:lnTo>
                  <a:pt x="5619760" y="180672"/>
                </a:lnTo>
                <a:lnTo>
                  <a:pt x="5644131" y="222272"/>
                </a:lnTo>
                <a:lnTo>
                  <a:pt x="5663374" y="266700"/>
                </a:lnTo>
                <a:lnTo>
                  <a:pt x="5663806" y="267563"/>
                </a:lnTo>
                <a:lnTo>
                  <a:pt x="5663806" y="268426"/>
                </a:lnTo>
                <a:lnTo>
                  <a:pt x="5664237" y="269289"/>
                </a:lnTo>
                <a:lnTo>
                  <a:pt x="5673436" y="300334"/>
                </a:lnTo>
                <a:lnTo>
                  <a:pt x="5680208" y="332511"/>
                </a:lnTo>
                <a:lnTo>
                  <a:pt x="5684389" y="365660"/>
                </a:lnTo>
                <a:lnTo>
                  <a:pt x="5685819" y="399618"/>
                </a:lnTo>
                <a:close/>
              </a:path>
            </a:pathLst>
          </a:custGeom>
          <a:solidFill>
            <a:srgbClr val="ABCCE3"/>
          </a:solidFill>
        </p:spPr>
        <p:txBody>
          <a:bodyPr wrap="square" lIns="0" tIns="0" rIns="0" bIns="0" rtlCol="0"/>
          <a:lstStyle/>
          <a:p>
            <a:r>
              <a:rPr lang="fr-FR" dirty="0" smtClean="0"/>
              <a:t>k</a:t>
            </a:r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10664997" y="3790339"/>
            <a:ext cx="5686425" cy="800100"/>
          </a:xfrm>
          <a:custGeom>
            <a:avLst/>
            <a:gdLst/>
            <a:ahLst/>
            <a:cxnLst/>
            <a:rect l="l" t="t" r="r" b="b"/>
            <a:pathLst>
              <a:path w="5686425" h="800100">
                <a:moveTo>
                  <a:pt x="5685819" y="399618"/>
                </a:moveTo>
                <a:lnTo>
                  <a:pt x="5679560" y="468073"/>
                </a:lnTo>
                <a:lnTo>
                  <a:pt x="5662942" y="532968"/>
                </a:lnTo>
                <a:lnTo>
                  <a:pt x="5645984" y="573856"/>
                </a:lnTo>
                <a:lnTo>
                  <a:pt x="5624683" y="612291"/>
                </a:lnTo>
                <a:lnTo>
                  <a:pt x="5599255" y="647982"/>
                </a:lnTo>
                <a:lnTo>
                  <a:pt x="5569916" y="680635"/>
                </a:lnTo>
                <a:lnTo>
                  <a:pt x="5536883" y="709960"/>
                </a:lnTo>
                <a:lnTo>
                  <a:pt x="5500370" y="735664"/>
                </a:lnTo>
                <a:lnTo>
                  <a:pt x="5460595" y="757457"/>
                </a:lnTo>
                <a:lnTo>
                  <a:pt x="5417773" y="775045"/>
                </a:lnTo>
                <a:lnTo>
                  <a:pt x="5372121" y="788138"/>
                </a:lnTo>
                <a:lnTo>
                  <a:pt x="5323853" y="796443"/>
                </a:lnTo>
                <a:lnTo>
                  <a:pt x="5273188" y="799668"/>
                </a:lnTo>
                <a:lnTo>
                  <a:pt x="0" y="799668"/>
                </a:lnTo>
                <a:lnTo>
                  <a:pt x="0" y="0"/>
                </a:lnTo>
                <a:lnTo>
                  <a:pt x="5277243" y="0"/>
                </a:lnTo>
                <a:lnTo>
                  <a:pt x="5331515" y="3878"/>
                </a:lnTo>
                <a:lnTo>
                  <a:pt x="5383133" y="13940"/>
                </a:lnTo>
                <a:lnTo>
                  <a:pt x="5431786" y="29766"/>
                </a:lnTo>
                <a:lnTo>
                  <a:pt x="5477165" y="50937"/>
                </a:lnTo>
                <a:lnTo>
                  <a:pt x="5518961" y="77032"/>
                </a:lnTo>
                <a:lnTo>
                  <a:pt x="5556865" y="107632"/>
                </a:lnTo>
                <a:lnTo>
                  <a:pt x="5590568" y="142319"/>
                </a:lnTo>
                <a:lnTo>
                  <a:pt x="5619760" y="180672"/>
                </a:lnTo>
                <a:lnTo>
                  <a:pt x="5644131" y="222272"/>
                </a:lnTo>
                <a:lnTo>
                  <a:pt x="5663374" y="266700"/>
                </a:lnTo>
                <a:lnTo>
                  <a:pt x="5663806" y="267563"/>
                </a:lnTo>
                <a:lnTo>
                  <a:pt x="5663806" y="268426"/>
                </a:lnTo>
                <a:lnTo>
                  <a:pt x="5664237" y="269289"/>
                </a:lnTo>
                <a:lnTo>
                  <a:pt x="5673436" y="300334"/>
                </a:lnTo>
                <a:lnTo>
                  <a:pt x="5680208" y="332511"/>
                </a:lnTo>
                <a:lnTo>
                  <a:pt x="5684389" y="365660"/>
                </a:lnTo>
                <a:lnTo>
                  <a:pt x="5685819" y="399618"/>
                </a:lnTo>
                <a:close/>
              </a:path>
            </a:pathLst>
          </a:custGeom>
          <a:solidFill>
            <a:srgbClr val="ABC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602350" y="5025986"/>
            <a:ext cx="5686425" cy="800100"/>
          </a:xfrm>
          <a:custGeom>
            <a:avLst/>
            <a:gdLst/>
            <a:ahLst/>
            <a:cxnLst/>
            <a:rect l="l" t="t" r="r" b="b"/>
            <a:pathLst>
              <a:path w="5686425" h="800100">
                <a:moveTo>
                  <a:pt x="5685819" y="399618"/>
                </a:moveTo>
                <a:lnTo>
                  <a:pt x="5679560" y="468073"/>
                </a:lnTo>
                <a:lnTo>
                  <a:pt x="5662942" y="532968"/>
                </a:lnTo>
                <a:lnTo>
                  <a:pt x="5645984" y="573856"/>
                </a:lnTo>
                <a:lnTo>
                  <a:pt x="5624683" y="612291"/>
                </a:lnTo>
                <a:lnTo>
                  <a:pt x="5599255" y="647982"/>
                </a:lnTo>
                <a:lnTo>
                  <a:pt x="5569916" y="680635"/>
                </a:lnTo>
                <a:lnTo>
                  <a:pt x="5536883" y="709960"/>
                </a:lnTo>
                <a:lnTo>
                  <a:pt x="5500370" y="735664"/>
                </a:lnTo>
                <a:lnTo>
                  <a:pt x="5460595" y="757457"/>
                </a:lnTo>
                <a:lnTo>
                  <a:pt x="5417773" y="775045"/>
                </a:lnTo>
                <a:lnTo>
                  <a:pt x="5372121" y="788138"/>
                </a:lnTo>
                <a:lnTo>
                  <a:pt x="5323853" y="796443"/>
                </a:lnTo>
                <a:lnTo>
                  <a:pt x="5273188" y="799668"/>
                </a:lnTo>
                <a:lnTo>
                  <a:pt x="0" y="799668"/>
                </a:lnTo>
                <a:lnTo>
                  <a:pt x="0" y="0"/>
                </a:lnTo>
                <a:lnTo>
                  <a:pt x="5277243" y="0"/>
                </a:lnTo>
                <a:lnTo>
                  <a:pt x="5331515" y="3878"/>
                </a:lnTo>
                <a:lnTo>
                  <a:pt x="5383133" y="13940"/>
                </a:lnTo>
                <a:lnTo>
                  <a:pt x="5431786" y="29766"/>
                </a:lnTo>
                <a:lnTo>
                  <a:pt x="5477165" y="50937"/>
                </a:lnTo>
                <a:lnTo>
                  <a:pt x="5518961" y="77032"/>
                </a:lnTo>
                <a:lnTo>
                  <a:pt x="5556865" y="107632"/>
                </a:lnTo>
                <a:lnTo>
                  <a:pt x="5590568" y="142319"/>
                </a:lnTo>
                <a:lnTo>
                  <a:pt x="5619760" y="180672"/>
                </a:lnTo>
                <a:lnTo>
                  <a:pt x="5644131" y="222272"/>
                </a:lnTo>
                <a:lnTo>
                  <a:pt x="5663374" y="266700"/>
                </a:lnTo>
                <a:lnTo>
                  <a:pt x="5663806" y="267563"/>
                </a:lnTo>
                <a:lnTo>
                  <a:pt x="5663806" y="268426"/>
                </a:lnTo>
                <a:lnTo>
                  <a:pt x="5664237" y="269289"/>
                </a:lnTo>
                <a:lnTo>
                  <a:pt x="5673436" y="300334"/>
                </a:lnTo>
                <a:lnTo>
                  <a:pt x="5680208" y="332511"/>
                </a:lnTo>
                <a:lnTo>
                  <a:pt x="5684389" y="365660"/>
                </a:lnTo>
                <a:lnTo>
                  <a:pt x="5685819" y="399618"/>
                </a:lnTo>
                <a:close/>
              </a:path>
            </a:pathLst>
          </a:custGeom>
          <a:solidFill>
            <a:srgbClr val="ABC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64997" y="6289726"/>
            <a:ext cx="5686425" cy="800100"/>
          </a:xfrm>
          <a:custGeom>
            <a:avLst/>
            <a:gdLst/>
            <a:ahLst/>
            <a:cxnLst/>
            <a:rect l="l" t="t" r="r" b="b"/>
            <a:pathLst>
              <a:path w="5686425" h="800100">
                <a:moveTo>
                  <a:pt x="5685819" y="399618"/>
                </a:moveTo>
                <a:lnTo>
                  <a:pt x="5679560" y="468073"/>
                </a:lnTo>
                <a:lnTo>
                  <a:pt x="5662942" y="532968"/>
                </a:lnTo>
                <a:lnTo>
                  <a:pt x="5645984" y="573856"/>
                </a:lnTo>
                <a:lnTo>
                  <a:pt x="5624683" y="612291"/>
                </a:lnTo>
                <a:lnTo>
                  <a:pt x="5599255" y="647982"/>
                </a:lnTo>
                <a:lnTo>
                  <a:pt x="5569916" y="680635"/>
                </a:lnTo>
                <a:lnTo>
                  <a:pt x="5536883" y="709960"/>
                </a:lnTo>
                <a:lnTo>
                  <a:pt x="5500370" y="735664"/>
                </a:lnTo>
                <a:lnTo>
                  <a:pt x="5460595" y="757457"/>
                </a:lnTo>
                <a:lnTo>
                  <a:pt x="5417773" y="775045"/>
                </a:lnTo>
                <a:lnTo>
                  <a:pt x="5372121" y="788138"/>
                </a:lnTo>
                <a:lnTo>
                  <a:pt x="5323853" y="796443"/>
                </a:lnTo>
                <a:lnTo>
                  <a:pt x="5273188" y="799668"/>
                </a:lnTo>
                <a:lnTo>
                  <a:pt x="0" y="799668"/>
                </a:lnTo>
                <a:lnTo>
                  <a:pt x="0" y="0"/>
                </a:lnTo>
                <a:lnTo>
                  <a:pt x="5277243" y="0"/>
                </a:lnTo>
                <a:lnTo>
                  <a:pt x="5331515" y="3878"/>
                </a:lnTo>
                <a:lnTo>
                  <a:pt x="5383133" y="13940"/>
                </a:lnTo>
                <a:lnTo>
                  <a:pt x="5431786" y="29766"/>
                </a:lnTo>
                <a:lnTo>
                  <a:pt x="5477165" y="50937"/>
                </a:lnTo>
                <a:lnTo>
                  <a:pt x="5518961" y="77032"/>
                </a:lnTo>
                <a:lnTo>
                  <a:pt x="5556865" y="107632"/>
                </a:lnTo>
                <a:lnTo>
                  <a:pt x="5590568" y="142319"/>
                </a:lnTo>
                <a:lnTo>
                  <a:pt x="5619760" y="180672"/>
                </a:lnTo>
                <a:lnTo>
                  <a:pt x="5644131" y="222272"/>
                </a:lnTo>
                <a:lnTo>
                  <a:pt x="5663374" y="266700"/>
                </a:lnTo>
                <a:lnTo>
                  <a:pt x="5663806" y="267563"/>
                </a:lnTo>
                <a:lnTo>
                  <a:pt x="5663806" y="268426"/>
                </a:lnTo>
                <a:lnTo>
                  <a:pt x="5664237" y="269289"/>
                </a:lnTo>
                <a:lnTo>
                  <a:pt x="5673436" y="300334"/>
                </a:lnTo>
                <a:lnTo>
                  <a:pt x="5680208" y="332511"/>
                </a:lnTo>
                <a:lnTo>
                  <a:pt x="5684389" y="365660"/>
                </a:lnTo>
                <a:lnTo>
                  <a:pt x="5685819" y="399618"/>
                </a:lnTo>
                <a:close/>
              </a:path>
            </a:pathLst>
          </a:custGeom>
          <a:solidFill>
            <a:srgbClr val="ABC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08375" y="4250889"/>
            <a:ext cx="1000125" cy="1000125"/>
          </a:xfrm>
          <a:custGeom>
            <a:avLst/>
            <a:gdLst/>
            <a:ahLst/>
            <a:cxnLst/>
            <a:rect l="l" t="t" r="r" b="b"/>
            <a:pathLst>
              <a:path w="1000125" h="1000125">
                <a:moveTo>
                  <a:pt x="500062" y="1000124"/>
                </a:moveTo>
                <a:lnTo>
                  <a:pt x="451903" y="997835"/>
                </a:lnTo>
                <a:lnTo>
                  <a:pt x="405038" y="991108"/>
                </a:lnTo>
                <a:lnTo>
                  <a:pt x="359679" y="980151"/>
                </a:lnTo>
                <a:lnTo>
                  <a:pt x="316034" y="965175"/>
                </a:lnTo>
                <a:lnTo>
                  <a:pt x="274313" y="946389"/>
                </a:lnTo>
                <a:lnTo>
                  <a:pt x="234725" y="924002"/>
                </a:lnTo>
                <a:lnTo>
                  <a:pt x="197480" y="898225"/>
                </a:lnTo>
                <a:lnTo>
                  <a:pt x="162788" y="869266"/>
                </a:lnTo>
                <a:lnTo>
                  <a:pt x="130858" y="837336"/>
                </a:lnTo>
                <a:lnTo>
                  <a:pt x="101899" y="802644"/>
                </a:lnTo>
                <a:lnTo>
                  <a:pt x="76122" y="765399"/>
                </a:lnTo>
                <a:lnTo>
                  <a:pt x="53735" y="725811"/>
                </a:lnTo>
                <a:lnTo>
                  <a:pt x="34949" y="684090"/>
                </a:lnTo>
                <a:lnTo>
                  <a:pt x="19973" y="640445"/>
                </a:lnTo>
                <a:lnTo>
                  <a:pt x="9016" y="595086"/>
                </a:lnTo>
                <a:lnTo>
                  <a:pt x="2289" y="548221"/>
                </a:lnTo>
                <a:lnTo>
                  <a:pt x="0" y="500062"/>
                </a:lnTo>
                <a:lnTo>
                  <a:pt x="2289" y="451903"/>
                </a:lnTo>
                <a:lnTo>
                  <a:pt x="9016" y="405038"/>
                </a:lnTo>
                <a:lnTo>
                  <a:pt x="19973" y="359679"/>
                </a:lnTo>
                <a:lnTo>
                  <a:pt x="34949" y="316034"/>
                </a:lnTo>
                <a:lnTo>
                  <a:pt x="53735" y="274313"/>
                </a:lnTo>
                <a:lnTo>
                  <a:pt x="76122" y="234725"/>
                </a:lnTo>
                <a:lnTo>
                  <a:pt x="101899" y="197480"/>
                </a:lnTo>
                <a:lnTo>
                  <a:pt x="130858" y="162788"/>
                </a:lnTo>
                <a:lnTo>
                  <a:pt x="162788" y="130858"/>
                </a:lnTo>
                <a:lnTo>
                  <a:pt x="197480" y="101899"/>
                </a:lnTo>
                <a:lnTo>
                  <a:pt x="234725" y="76122"/>
                </a:lnTo>
                <a:lnTo>
                  <a:pt x="274313" y="53735"/>
                </a:lnTo>
                <a:lnTo>
                  <a:pt x="316034" y="34949"/>
                </a:lnTo>
                <a:lnTo>
                  <a:pt x="359679" y="19973"/>
                </a:lnTo>
                <a:lnTo>
                  <a:pt x="405038" y="9016"/>
                </a:lnTo>
                <a:lnTo>
                  <a:pt x="451903" y="2289"/>
                </a:lnTo>
                <a:lnTo>
                  <a:pt x="500062" y="0"/>
                </a:lnTo>
                <a:lnTo>
                  <a:pt x="548221" y="2289"/>
                </a:lnTo>
                <a:lnTo>
                  <a:pt x="595086" y="9016"/>
                </a:lnTo>
                <a:lnTo>
                  <a:pt x="640445" y="19973"/>
                </a:lnTo>
                <a:lnTo>
                  <a:pt x="684090" y="34949"/>
                </a:lnTo>
                <a:lnTo>
                  <a:pt x="725811" y="53735"/>
                </a:lnTo>
                <a:lnTo>
                  <a:pt x="765399" y="76122"/>
                </a:lnTo>
                <a:lnTo>
                  <a:pt x="802644" y="101899"/>
                </a:lnTo>
                <a:lnTo>
                  <a:pt x="837336" y="130858"/>
                </a:lnTo>
                <a:lnTo>
                  <a:pt x="869266" y="162788"/>
                </a:lnTo>
                <a:lnTo>
                  <a:pt x="898225" y="197480"/>
                </a:lnTo>
                <a:lnTo>
                  <a:pt x="924002" y="234725"/>
                </a:lnTo>
                <a:lnTo>
                  <a:pt x="946389" y="274313"/>
                </a:lnTo>
                <a:lnTo>
                  <a:pt x="965175" y="316034"/>
                </a:lnTo>
                <a:lnTo>
                  <a:pt x="980151" y="359679"/>
                </a:lnTo>
                <a:lnTo>
                  <a:pt x="991108" y="405038"/>
                </a:lnTo>
                <a:lnTo>
                  <a:pt x="997835" y="451903"/>
                </a:lnTo>
                <a:lnTo>
                  <a:pt x="1000124" y="500062"/>
                </a:lnTo>
                <a:lnTo>
                  <a:pt x="997835" y="548221"/>
                </a:lnTo>
                <a:lnTo>
                  <a:pt x="991108" y="595086"/>
                </a:lnTo>
                <a:lnTo>
                  <a:pt x="980151" y="640445"/>
                </a:lnTo>
                <a:lnTo>
                  <a:pt x="965175" y="684090"/>
                </a:lnTo>
                <a:lnTo>
                  <a:pt x="946389" y="725811"/>
                </a:lnTo>
                <a:lnTo>
                  <a:pt x="924002" y="765399"/>
                </a:lnTo>
                <a:lnTo>
                  <a:pt x="898225" y="802644"/>
                </a:lnTo>
                <a:lnTo>
                  <a:pt x="869266" y="837336"/>
                </a:lnTo>
                <a:lnTo>
                  <a:pt x="837336" y="869266"/>
                </a:lnTo>
                <a:lnTo>
                  <a:pt x="802644" y="898225"/>
                </a:lnTo>
                <a:lnTo>
                  <a:pt x="765399" y="924002"/>
                </a:lnTo>
                <a:lnTo>
                  <a:pt x="725811" y="946389"/>
                </a:lnTo>
                <a:lnTo>
                  <a:pt x="684090" y="965175"/>
                </a:lnTo>
                <a:lnTo>
                  <a:pt x="640445" y="980151"/>
                </a:lnTo>
                <a:lnTo>
                  <a:pt x="595086" y="991108"/>
                </a:lnTo>
                <a:lnTo>
                  <a:pt x="548221" y="997835"/>
                </a:lnTo>
                <a:lnTo>
                  <a:pt x="500062" y="1000124"/>
                </a:lnTo>
                <a:close/>
              </a:path>
            </a:pathLst>
          </a:custGeom>
          <a:solidFill>
            <a:srgbClr val="F59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62232" y="6038530"/>
            <a:ext cx="1000125" cy="1000125"/>
          </a:xfrm>
          <a:custGeom>
            <a:avLst/>
            <a:gdLst/>
            <a:ahLst/>
            <a:cxnLst/>
            <a:rect l="l" t="t" r="r" b="b"/>
            <a:pathLst>
              <a:path w="1000125" h="1000125">
                <a:moveTo>
                  <a:pt x="500062" y="1000124"/>
                </a:moveTo>
                <a:lnTo>
                  <a:pt x="451903" y="997835"/>
                </a:lnTo>
                <a:lnTo>
                  <a:pt x="405038" y="991108"/>
                </a:lnTo>
                <a:lnTo>
                  <a:pt x="359679" y="980151"/>
                </a:lnTo>
                <a:lnTo>
                  <a:pt x="316034" y="965175"/>
                </a:lnTo>
                <a:lnTo>
                  <a:pt x="274313" y="946389"/>
                </a:lnTo>
                <a:lnTo>
                  <a:pt x="234725" y="924002"/>
                </a:lnTo>
                <a:lnTo>
                  <a:pt x="197480" y="898225"/>
                </a:lnTo>
                <a:lnTo>
                  <a:pt x="162788" y="869266"/>
                </a:lnTo>
                <a:lnTo>
                  <a:pt x="130858" y="837336"/>
                </a:lnTo>
                <a:lnTo>
                  <a:pt x="101899" y="802644"/>
                </a:lnTo>
                <a:lnTo>
                  <a:pt x="76122" y="765399"/>
                </a:lnTo>
                <a:lnTo>
                  <a:pt x="53735" y="725811"/>
                </a:lnTo>
                <a:lnTo>
                  <a:pt x="34949" y="684090"/>
                </a:lnTo>
                <a:lnTo>
                  <a:pt x="19973" y="640445"/>
                </a:lnTo>
                <a:lnTo>
                  <a:pt x="9016" y="595086"/>
                </a:lnTo>
                <a:lnTo>
                  <a:pt x="2289" y="548221"/>
                </a:lnTo>
                <a:lnTo>
                  <a:pt x="0" y="500062"/>
                </a:lnTo>
                <a:lnTo>
                  <a:pt x="2289" y="451903"/>
                </a:lnTo>
                <a:lnTo>
                  <a:pt x="9016" y="405038"/>
                </a:lnTo>
                <a:lnTo>
                  <a:pt x="19973" y="359679"/>
                </a:lnTo>
                <a:lnTo>
                  <a:pt x="34949" y="316034"/>
                </a:lnTo>
                <a:lnTo>
                  <a:pt x="53735" y="274313"/>
                </a:lnTo>
                <a:lnTo>
                  <a:pt x="76122" y="234725"/>
                </a:lnTo>
                <a:lnTo>
                  <a:pt x="101899" y="197480"/>
                </a:lnTo>
                <a:lnTo>
                  <a:pt x="130858" y="162788"/>
                </a:lnTo>
                <a:lnTo>
                  <a:pt x="162788" y="130858"/>
                </a:lnTo>
                <a:lnTo>
                  <a:pt x="197480" y="101899"/>
                </a:lnTo>
                <a:lnTo>
                  <a:pt x="234725" y="76122"/>
                </a:lnTo>
                <a:lnTo>
                  <a:pt x="274313" y="53735"/>
                </a:lnTo>
                <a:lnTo>
                  <a:pt x="316034" y="34949"/>
                </a:lnTo>
                <a:lnTo>
                  <a:pt x="359679" y="19973"/>
                </a:lnTo>
                <a:lnTo>
                  <a:pt x="405038" y="9016"/>
                </a:lnTo>
                <a:lnTo>
                  <a:pt x="451903" y="2289"/>
                </a:lnTo>
                <a:lnTo>
                  <a:pt x="500062" y="0"/>
                </a:lnTo>
                <a:lnTo>
                  <a:pt x="548221" y="2289"/>
                </a:lnTo>
                <a:lnTo>
                  <a:pt x="595086" y="9016"/>
                </a:lnTo>
                <a:lnTo>
                  <a:pt x="640445" y="19973"/>
                </a:lnTo>
                <a:lnTo>
                  <a:pt x="684090" y="34949"/>
                </a:lnTo>
                <a:lnTo>
                  <a:pt x="725811" y="53735"/>
                </a:lnTo>
                <a:lnTo>
                  <a:pt x="765399" y="76122"/>
                </a:lnTo>
                <a:lnTo>
                  <a:pt x="802644" y="101899"/>
                </a:lnTo>
                <a:lnTo>
                  <a:pt x="837336" y="130858"/>
                </a:lnTo>
                <a:lnTo>
                  <a:pt x="869266" y="162788"/>
                </a:lnTo>
                <a:lnTo>
                  <a:pt x="898225" y="197480"/>
                </a:lnTo>
                <a:lnTo>
                  <a:pt x="924002" y="234725"/>
                </a:lnTo>
                <a:lnTo>
                  <a:pt x="946389" y="274313"/>
                </a:lnTo>
                <a:lnTo>
                  <a:pt x="965175" y="316034"/>
                </a:lnTo>
                <a:lnTo>
                  <a:pt x="980151" y="359679"/>
                </a:lnTo>
                <a:lnTo>
                  <a:pt x="991108" y="405038"/>
                </a:lnTo>
                <a:lnTo>
                  <a:pt x="997835" y="451903"/>
                </a:lnTo>
                <a:lnTo>
                  <a:pt x="1000124" y="500062"/>
                </a:lnTo>
                <a:lnTo>
                  <a:pt x="997835" y="548221"/>
                </a:lnTo>
                <a:lnTo>
                  <a:pt x="991108" y="595086"/>
                </a:lnTo>
                <a:lnTo>
                  <a:pt x="980151" y="640445"/>
                </a:lnTo>
                <a:lnTo>
                  <a:pt x="965175" y="684090"/>
                </a:lnTo>
                <a:lnTo>
                  <a:pt x="946389" y="725811"/>
                </a:lnTo>
                <a:lnTo>
                  <a:pt x="924002" y="765399"/>
                </a:lnTo>
                <a:lnTo>
                  <a:pt x="898225" y="802644"/>
                </a:lnTo>
                <a:lnTo>
                  <a:pt x="869266" y="837336"/>
                </a:lnTo>
                <a:lnTo>
                  <a:pt x="837336" y="869266"/>
                </a:lnTo>
                <a:lnTo>
                  <a:pt x="802644" y="898225"/>
                </a:lnTo>
                <a:lnTo>
                  <a:pt x="765399" y="924002"/>
                </a:lnTo>
                <a:lnTo>
                  <a:pt x="725811" y="946389"/>
                </a:lnTo>
                <a:lnTo>
                  <a:pt x="684090" y="965175"/>
                </a:lnTo>
                <a:lnTo>
                  <a:pt x="640445" y="980151"/>
                </a:lnTo>
                <a:lnTo>
                  <a:pt x="595086" y="991108"/>
                </a:lnTo>
                <a:lnTo>
                  <a:pt x="548221" y="997835"/>
                </a:lnTo>
                <a:lnTo>
                  <a:pt x="500062" y="1000124"/>
                </a:lnTo>
                <a:close/>
              </a:path>
            </a:pathLst>
          </a:custGeom>
          <a:solidFill>
            <a:srgbClr val="F59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163552" y="3688809"/>
            <a:ext cx="1000125" cy="1000125"/>
          </a:xfrm>
          <a:custGeom>
            <a:avLst/>
            <a:gdLst/>
            <a:ahLst/>
            <a:cxnLst/>
            <a:rect l="l" t="t" r="r" b="b"/>
            <a:pathLst>
              <a:path w="1000125" h="1000125">
                <a:moveTo>
                  <a:pt x="500062" y="1000124"/>
                </a:moveTo>
                <a:lnTo>
                  <a:pt x="451903" y="997835"/>
                </a:lnTo>
                <a:lnTo>
                  <a:pt x="405038" y="991108"/>
                </a:lnTo>
                <a:lnTo>
                  <a:pt x="359679" y="980151"/>
                </a:lnTo>
                <a:lnTo>
                  <a:pt x="316034" y="965175"/>
                </a:lnTo>
                <a:lnTo>
                  <a:pt x="274313" y="946389"/>
                </a:lnTo>
                <a:lnTo>
                  <a:pt x="234725" y="924002"/>
                </a:lnTo>
                <a:lnTo>
                  <a:pt x="197480" y="898225"/>
                </a:lnTo>
                <a:lnTo>
                  <a:pt x="162788" y="869266"/>
                </a:lnTo>
                <a:lnTo>
                  <a:pt x="130858" y="837336"/>
                </a:lnTo>
                <a:lnTo>
                  <a:pt x="101899" y="802644"/>
                </a:lnTo>
                <a:lnTo>
                  <a:pt x="76122" y="765399"/>
                </a:lnTo>
                <a:lnTo>
                  <a:pt x="53735" y="725811"/>
                </a:lnTo>
                <a:lnTo>
                  <a:pt x="34949" y="684090"/>
                </a:lnTo>
                <a:lnTo>
                  <a:pt x="19973" y="640445"/>
                </a:lnTo>
                <a:lnTo>
                  <a:pt x="9016" y="595086"/>
                </a:lnTo>
                <a:lnTo>
                  <a:pt x="2289" y="548221"/>
                </a:lnTo>
                <a:lnTo>
                  <a:pt x="0" y="500062"/>
                </a:lnTo>
                <a:lnTo>
                  <a:pt x="2289" y="451903"/>
                </a:lnTo>
                <a:lnTo>
                  <a:pt x="9016" y="405038"/>
                </a:lnTo>
                <a:lnTo>
                  <a:pt x="19973" y="359679"/>
                </a:lnTo>
                <a:lnTo>
                  <a:pt x="34949" y="316034"/>
                </a:lnTo>
                <a:lnTo>
                  <a:pt x="53735" y="274313"/>
                </a:lnTo>
                <a:lnTo>
                  <a:pt x="76122" y="234725"/>
                </a:lnTo>
                <a:lnTo>
                  <a:pt x="101899" y="197480"/>
                </a:lnTo>
                <a:lnTo>
                  <a:pt x="130858" y="162788"/>
                </a:lnTo>
                <a:lnTo>
                  <a:pt x="162788" y="130858"/>
                </a:lnTo>
                <a:lnTo>
                  <a:pt x="197480" y="101899"/>
                </a:lnTo>
                <a:lnTo>
                  <a:pt x="234725" y="76122"/>
                </a:lnTo>
                <a:lnTo>
                  <a:pt x="274313" y="53735"/>
                </a:lnTo>
                <a:lnTo>
                  <a:pt x="316034" y="34949"/>
                </a:lnTo>
                <a:lnTo>
                  <a:pt x="359679" y="19973"/>
                </a:lnTo>
                <a:lnTo>
                  <a:pt x="405038" y="9016"/>
                </a:lnTo>
                <a:lnTo>
                  <a:pt x="451903" y="2289"/>
                </a:lnTo>
                <a:lnTo>
                  <a:pt x="500062" y="0"/>
                </a:lnTo>
                <a:lnTo>
                  <a:pt x="548221" y="2289"/>
                </a:lnTo>
                <a:lnTo>
                  <a:pt x="595086" y="9016"/>
                </a:lnTo>
                <a:lnTo>
                  <a:pt x="640445" y="19973"/>
                </a:lnTo>
                <a:lnTo>
                  <a:pt x="684090" y="34949"/>
                </a:lnTo>
                <a:lnTo>
                  <a:pt x="725811" y="53735"/>
                </a:lnTo>
                <a:lnTo>
                  <a:pt x="765399" y="76122"/>
                </a:lnTo>
                <a:lnTo>
                  <a:pt x="802644" y="101899"/>
                </a:lnTo>
                <a:lnTo>
                  <a:pt x="837336" y="130858"/>
                </a:lnTo>
                <a:lnTo>
                  <a:pt x="869266" y="162788"/>
                </a:lnTo>
                <a:lnTo>
                  <a:pt x="898225" y="197480"/>
                </a:lnTo>
                <a:lnTo>
                  <a:pt x="924002" y="234725"/>
                </a:lnTo>
                <a:lnTo>
                  <a:pt x="946389" y="274313"/>
                </a:lnTo>
                <a:lnTo>
                  <a:pt x="965175" y="316034"/>
                </a:lnTo>
                <a:lnTo>
                  <a:pt x="980151" y="359679"/>
                </a:lnTo>
                <a:lnTo>
                  <a:pt x="991108" y="405038"/>
                </a:lnTo>
                <a:lnTo>
                  <a:pt x="997835" y="451903"/>
                </a:lnTo>
                <a:lnTo>
                  <a:pt x="1000124" y="500062"/>
                </a:lnTo>
                <a:lnTo>
                  <a:pt x="997835" y="548221"/>
                </a:lnTo>
                <a:lnTo>
                  <a:pt x="991108" y="595086"/>
                </a:lnTo>
                <a:lnTo>
                  <a:pt x="980151" y="640445"/>
                </a:lnTo>
                <a:lnTo>
                  <a:pt x="965175" y="684090"/>
                </a:lnTo>
                <a:lnTo>
                  <a:pt x="946389" y="725811"/>
                </a:lnTo>
                <a:lnTo>
                  <a:pt x="924002" y="765399"/>
                </a:lnTo>
                <a:lnTo>
                  <a:pt x="898225" y="802644"/>
                </a:lnTo>
                <a:lnTo>
                  <a:pt x="869266" y="837336"/>
                </a:lnTo>
                <a:lnTo>
                  <a:pt x="837336" y="869266"/>
                </a:lnTo>
                <a:lnTo>
                  <a:pt x="802644" y="898225"/>
                </a:lnTo>
                <a:lnTo>
                  <a:pt x="765399" y="924002"/>
                </a:lnTo>
                <a:lnTo>
                  <a:pt x="725811" y="946389"/>
                </a:lnTo>
                <a:lnTo>
                  <a:pt x="684090" y="965175"/>
                </a:lnTo>
                <a:lnTo>
                  <a:pt x="640445" y="980151"/>
                </a:lnTo>
                <a:lnTo>
                  <a:pt x="595086" y="991108"/>
                </a:lnTo>
                <a:lnTo>
                  <a:pt x="548221" y="997835"/>
                </a:lnTo>
                <a:lnTo>
                  <a:pt x="500062" y="1000124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163552" y="4925975"/>
            <a:ext cx="1000125" cy="1000125"/>
          </a:xfrm>
          <a:custGeom>
            <a:avLst/>
            <a:gdLst/>
            <a:ahLst/>
            <a:cxnLst/>
            <a:rect l="l" t="t" r="r" b="b"/>
            <a:pathLst>
              <a:path w="1000125" h="1000125">
                <a:moveTo>
                  <a:pt x="500062" y="1000124"/>
                </a:moveTo>
                <a:lnTo>
                  <a:pt x="451903" y="997835"/>
                </a:lnTo>
                <a:lnTo>
                  <a:pt x="405038" y="991108"/>
                </a:lnTo>
                <a:lnTo>
                  <a:pt x="359679" y="980151"/>
                </a:lnTo>
                <a:lnTo>
                  <a:pt x="316034" y="965175"/>
                </a:lnTo>
                <a:lnTo>
                  <a:pt x="274313" y="946389"/>
                </a:lnTo>
                <a:lnTo>
                  <a:pt x="234725" y="924002"/>
                </a:lnTo>
                <a:lnTo>
                  <a:pt x="197480" y="898225"/>
                </a:lnTo>
                <a:lnTo>
                  <a:pt x="162788" y="869266"/>
                </a:lnTo>
                <a:lnTo>
                  <a:pt x="130858" y="837336"/>
                </a:lnTo>
                <a:lnTo>
                  <a:pt x="101899" y="802644"/>
                </a:lnTo>
                <a:lnTo>
                  <a:pt x="76122" y="765399"/>
                </a:lnTo>
                <a:lnTo>
                  <a:pt x="53735" y="725811"/>
                </a:lnTo>
                <a:lnTo>
                  <a:pt x="34949" y="684090"/>
                </a:lnTo>
                <a:lnTo>
                  <a:pt x="19973" y="640445"/>
                </a:lnTo>
                <a:lnTo>
                  <a:pt x="9016" y="595086"/>
                </a:lnTo>
                <a:lnTo>
                  <a:pt x="2289" y="548221"/>
                </a:lnTo>
                <a:lnTo>
                  <a:pt x="0" y="500062"/>
                </a:lnTo>
                <a:lnTo>
                  <a:pt x="2289" y="451903"/>
                </a:lnTo>
                <a:lnTo>
                  <a:pt x="9016" y="405038"/>
                </a:lnTo>
                <a:lnTo>
                  <a:pt x="19973" y="359679"/>
                </a:lnTo>
                <a:lnTo>
                  <a:pt x="34949" y="316034"/>
                </a:lnTo>
                <a:lnTo>
                  <a:pt x="53735" y="274313"/>
                </a:lnTo>
                <a:lnTo>
                  <a:pt x="76122" y="234725"/>
                </a:lnTo>
                <a:lnTo>
                  <a:pt x="101899" y="197480"/>
                </a:lnTo>
                <a:lnTo>
                  <a:pt x="130858" y="162788"/>
                </a:lnTo>
                <a:lnTo>
                  <a:pt x="162788" y="130858"/>
                </a:lnTo>
                <a:lnTo>
                  <a:pt x="197480" y="101899"/>
                </a:lnTo>
                <a:lnTo>
                  <a:pt x="234725" y="76122"/>
                </a:lnTo>
                <a:lnTo>
                  <a:pt x="274313" y="53735"/>
                </a:lnTo>
                <a:lnTo>
                  <a:pt x="316034" y="34949"/>
                </a:lnTo>
                <a:lnTo>
                  <a:pt x="359679" y="19973"/>
                </a:lnTo>
                <a:lnTo>
                  <a:pt x="405038" y="9016"/>
                </a:lnTo>
                <a:lnTo>
                  <a:pt x="451903" y="2289"/>
                </a:lnTo>
                <a:lnTo>
                  <a:pt x="500062" y="0"/>
                </a:lnTo>
                <a:lnTo>
                  <a:pt x="548221" y="2289"/>
                </a:lnTo>
                <a:lnTo>
                  <a:pt x="595086" y="9016"/>
                </a:lnTo>
                <a:lnTo>
                  <a:pt x="640445" y="19973"/>
                </a:lnTo>
                <a:lnTo>
                  <a:pt x="684090" y="34949"/>
                </a:lnTo>
                <a:lnTo>
                  <a:pt x="725811" y="53735"/>
                </a:lnTo>
                <a:lnTo>
                  <a:pt x="765399" y="76122"/>
                </a:lnTo>
                <a:lnTo>
                  <a:pt x="802644" y="101899"/>
                </a:lnTo>
                <a:lnTo>
                  <a:pt x="837336" y="130858"/>
                </a:lnTo>
                <a:lnTo>
                  <a:pt x="869266" y="162788"/>
                </a:lnTo>
                <a:lnTo>
                  <a:pt x="898225" y="197480"/>
                </a:lnTo>
                <a:lnTo>
                  <a:pt x="924002" y="234725"/>
                </a:lnTo>
                <a:lnTo>
                  <a:pt x="946389" y="274313"/>
                </a:lnTo>
                <a:lnTo>
                  <a:pt x="965175" y="316034"/>
                </a:lnTo>
                <a:lnTo>
                  <a:pt x="980151" y="359679"/>
                </a:lnTo>
                <a:lnTo>
                  <a:pt x="991108" y="405038"/>
                </a:lnTo>
                <a:lnTo>
                  <a:pt x="997835" y="451903"/>
                </a:lnTo>
                <a:lnTo>
                  <a:pt x="1000124" y="500062"/>
                </a:lnTo>
                <a:lnTo>
                  <a:pt x="997835" y="548221"/>
                </a:lnTo>
                <a:lnTo>
                  <a:pt x="991108" y="595086"/>
                </a:lnTo>
                <a:lnTo>
                  <a:pt x="980151" y="640445"/>
                </a:lnTo>
                <a:lnTo>
                  <a:pt x="965175" y="684090"/>
                </a:lnTo>
                <a:lnTo>
                  <a:pt x="946389" y="725811"/>
                </a:lnTo>
                <a:lnTo>
                  <a:pt x="924002" y="765399"/>
                </a:lnTo>
                <a:lnTo>
                  <a:pt x="898225" y="802644"/>
                </a:lnTo>
                <a:lnTo>
                  <a:pt x="869266" y="837336"/>
                </a:lnTo>
                <a:lnTo>
                  <a:pt x="837336" y="869266"/>
                </a:lnTo>
                <a:lnTo>
                  <a:pt x="802644" y="898225"/>
                </a:lnTo>
                <a:lnTo>
                  <a:pt x="765399" y="924002"/>
                </a:lnTo>
                <a:lnTo>
                  <a:pt x="725811" y="946389"/>
                </a:lnTo>
                <a:lnTo>
                  <a:pt x="684090" y="965175"/>
                </a:lnTo>
                <a:lnTo>
                  <a:pt x="640445" y="980151"/>
                </a:lnTo>
                <a:lnTo>
                  <a:pt x="595086" y="991108"/>
                </a:lnTo>
                <a:lnTo>
                  <a:pt x="548221" y="997835"/>
                </a:lnTo>
                <a:lnTo>
                  <a:pt x="500062" y="1000124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163552" y="6188195"/>
            <a:ext cx="1000125" cy="1000125"/>
          </a:xfrm>
          <a:custGeom>
            <a:avLst/>
            <a:gdLst/>
            <a:ahLst/>
            <a:cxnLst/>
            <a:rect l="l" t="t" r="r" b="b"/>
            <a:pathLst>
              <a:path w="1000125" h="1000125">
                <a:moveTo>
                  <a:pt x="500062" y="1000124"/>
                </a:moveTo>
                <a:lnTo>
                  <a:pt x="451903" y="997835"/>
                </a:lnTo>
                <a:lnTo>
                  <a:pt x="405038" y="991108"/>
                </a:lnTo>
                <a:lnTo>
                  <a:pt x="359679" y="980151"/>
                </a:lnTo>
                <a:lnTo>
                  <a:pt x="316034" y="965175"/>
                </a:lnTo>
                <a:lnTo>
                  <a:pt x="274313" y="946389"/>
                </a:lnTo>
                <a:lnTo>
                  <a:pt x="234725" y="924002"/>
                </a:lnTo>
                <a:lnTo>
                  <a:pt x="197480" y="898225"/>
                </a:lnTo>
                <a:lnTo>
                  <a:pt x="162788" y="869266"/>
                </a:lnTo>
                <a:lnTo>
                  <a:pt x="130858" y="837336"/>
                </a:lnTo>
                <a:lnTo>
                  <a:pt x="101899" y="802644"/>
                </a:lnTo>
                <a:lnTo>
                  <a:pt x="76122" y="765399"/>
                </a:lnTo>
                <a:lnTo>
                  <a:pt x="53735" y="725811"/>
                </a:lnTo>
                <a:lnTo>
                  <a:pt x="34949" y="684090"/>
                </a:lnTo>
                <a:lnTo>
                  <a:pt x="19973" y="640445"/>
                </a:lnTo>
                <a:lnTo>
                  <a:pt x="9016" y="595086"/>
                </a:lnTo>
                <a:lnTo>
                  <a:pt x="2289" y="548221"/>
                </a:lnTo>
                <a:lnTo>
                  <a:pt x="0" y="500062"/>
                </a:lnTo>
                <a:lnTo>
                  <a:pt x="2289" y="451903"/>
                </a:lnTo>
                <a:lnTo>
                  <a:pt x="9016" y="405038"/>
                </a:lnTo>
                <a:lnTo>
                  <a:pt x="19973" y="359679"/>
                </a:lnTo>
                <a:lnTo>
                  <a:pt x="34949" y="316034"/>
                </a:lnTo>
                <a:lnTo>
                  <a:pt x="53735" y="274313"/>
                </a:lnTo>
                <a:lnTo>
                  <a:pt x="76122" y="234725"/>
                </a:lnTo>
                <a:lnTo>
                  <a:pt x="101899" y="197480"/>
                </a:lnTo>
                <a:lnTo>
                  <a:pt x="130858" y="162788"/>
                </a:lnTo>
                <a:lnTo>
                  <a:pt x="162788" y="130858"/>
                </a:lnTo>
                <a:lnTo>
                  <a:pt x="197480" y="101899"/>
                </a:lnTo>
                <a:lnTo>
                  <a:pt x="234725" y="76122"/>
                </a:lnTo>
                <a:lnTo>
                  <a:pt x="274313" y="53735"/>
                </a:lnTo>
                <a:lnTo>
                  <a:pt x="316034" y="34949"/>
                </a:lnTo>
                <a:lnTo>
                  <a:pt x="359679" y="19973"/>
                </a:lnTo>
                <a:lnTo>
                  <a:pt x="405038" y="9016"/>
                </a:lnTo>
                <a:lnTo>
                  <a:pt x="451903" y="2289"/>
                </a:lnTo>
                <a:lnTo>
                  <a:pt x="500062" y="0"/>
                </a:lnTo>
                <a:lnTo>
                  <a:pt x="548221" y="2289"/>
                </a:lnTo>
                <a:lnTo>
                  <a:pt x="595086" y="9016"/>
                </a:lnTo>
                <a:lnTo>
                  <a:pt x="640445" y="19973"/>
                </a:lnTo>
                <a:lnTo>
                  <a:pt x="684090" y="34949"/>
                </a:lnTo>
                <a:lnTo>
                  <a:pt x="725811" y="53735"/>
                </a:lnTo>
                <a:lnTo>
                  <a:pt x="765399" y="76122"/>
                </a:lnTo>
                <a:lnTo>
                  <a:pt x="802644" y="101899"/>
                </a:lnTo>
                <a:lnTo>
                  <a:pt x="837336" y="130858"/>
                </a:lnTo>
                <a:lnTo>
                  <a:pt x="869266" y="162788"/>
                </a:lnTo>
                <a:lnTo>
                  <a:pt x="898225" y="197480"/>
                </a:lnTo>
                <a:lnTo>
                  <a:pt x="924002" y="234725"/>
                </a:lnTo>
                <a:lnTo>
                  <a:pt x="946389" y="274313"/>
                </a:lnTo>
                <a:lnTo>
                  <a:pt x="965175" y="316034"/>
                </a:lnTo>
                <a:lnTo>
                  <a:pt x="980151" y="359679"/>
                </a:lnTo>
                <a:lnTo>
                  <a:pt x="991108" y="405038"/>
                </a:lnTo>
                <a:lnTo>
                  <a:pt x="997835" y="451903"/>
                </a:lnTo>
                <a:lnTo>
                  <a:pt x="1000124" y="500062"/>
                </a:lnTo>
                <a:lnTo>
                  <a:pt x="997835" y="548221"/>
                </a:lnTo>
                <a:lnTo>
                  <a:pt x="991108" y="595086"/>
                </a:lnTo>
                <a:lnTo>
                  <a:pt x="980151" y="640445"/>
                </a:lnTo>
                <a:lnTo>
                  <a:pt x="965175" y="684090"/>
                </a:lnTo>
                <a:lnTo>
                  <a:pt x="946389" y="725811"/>
                </a:lnTo>
                <a:lnTo>
                  <a:pt x="924002" y="765399"/>
                </a:lnTo>
                <a:lnTo>
                  <a:pt x="898225" y="802644"/>
                </a:lnTo>
                <a:lnTo>
                  <a:pt x="869266" y="837336"/>
                </a:lnTo>
                <a:lnTo>
                  <a:pt x="837336" y="869266"/>
                </a:lnTo>
                <a:lnTo>
                  <a:pt x="802644" y="898225"/>
                </a:lnTo>
                <a:lnTo>
                  <a:pt x="765399" y="924002"/>
                </a:lnTo>
                <a:lnTo>
                  <a:pt x="725811" y="946389"/>
                </a:lnTo>
                <a:lnTo>
                  <a:pt x="684090" y="965175"/>
                </a:lnTo>
                <a:lnTo>
                  <a:pt x="640445" y="980151"/>
                </a:lnTo>
                <a:lnTo>
                  <a:pt x="595086" y="991108"/>
                </a:lnTo>
                <a:lnTo>
                  <a:pt x="548221" y="997835"/>
                </a:lnTo>
                <a:lnTo>
                  <a:pt x="500062" y="1000124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01677" y="3883393"/>
            <a:ext cx="523874" cy="65722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87053" y="5165549"/>
            <a:ext cx="657224" cy="6095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38444" y="6241341"/>
            <a:ext cx="647699" cy="50482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8252" y="4566886"/>
            <a:ext cx="457199" cy="409574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0" y="0"/>
            <a:ext cx="1445895" cy="2375535"/>
          </a:xfrm>
          <a:custGeom>
            <a:avLst/>
            <a:gdLst/>
            <a:ahLst/>
            <a:cxnLst/>
            <a:rect l="l" t="t" r="r" b="b"/>
            <a:pathLst>
              <a:path w="1445895" h="2375535">
                <a:moveTo>
                  <a:pt x="0" y="2375317"/>
                </a:moveTo>
                <a:lnTo>
                  <a:pt x="0" y="0"/>
                </a:lnTo>
                <a:lnTo>
                  <a:pt x="1445630" y="0"/>
                </a:lnTo>
                <a:lnTo>
                  <a:pt x="1443567" y="50359"/>
                </a:lnTo>
                <a:lnTo>
                  <a:pt x="1440780" y="97980"/>
                </a:lnTo>
                <a:lnTo>
                  <a:pt x="1437210" y="145387"/>
                </a:lnTo>
                <a:lnTo>
                  <a:pt x="1432865" y="192573"/>
                </a:lnTo>
                <a:lnTo>
                  <a:pt x="1427750" y="239533"/>
                </a:lnTo>
                <a:lnTo>
                  <a:pt x="1421872" y="286259"/>
                </a:lnTo>
                <a:lnTo>
                  <a:pt x="1415238" y="332746"/>
                </a:lnTo>
                <a:lnTo>
                  <a:pt x="1407854" y="378986"/>
                </a:lnTo>
                <a:lnTo>
                  <a:pt x="1399725" y="424974"/>
                </a:lnTo>
                <a:lnTo>
                  <a:pt x="1390859" y="470703"/>
                </a:lnTo>
                <a:lnTo>
                  <a:pt x="1381262" y="516167"/>
                </a:lnTo>
                <a:lnTo>
                  <a:pt x="1370941" y="561360"/>
                </a:lnTo>
                <a:lnTo>
                  <a:pt x="1359901" y="606274"/>
                </a:lnTo>
                <a:lnTo>
                  <a:pt x="1348149" y="650904"/>
                </a:lnTo>
                <a:lnTo>
                  <a:pt x="1335691" y="695243"/>
                </a:lnTo>
                <a:lnTo>
                  <a:pt x="1322534" y="739285"/>
                </a:lnTo>
                <a:lnTo>
                  <a:pt x="1308685" y="783024"/>
                </a:lnTo>
                <a:lnTo>
                  <a:pt x="1294149" y="826453"/>
                </a:lnTo>
                <a:lnTo>
                  <a:pt x="1278933" y="869565"/>
                </a:lnTo>
                <a:lnTo>
                  <a:pt x="1263044" y="912355"/>
                </a:lnTo>
                <a:lnTo>
                  <a:pt x="1246487" y="954816"/>
                </a:lnTo>
                <a:lnTo>
                  <a:pt x="1229269" y="996941"/>
                </a:lnTo>
                <a:lnTo>
                  <a:pt x="1211397" y="1038725"/>
                </a:lnTo>
                <a:lnTo>
                  <a:pt x="1192877" y="1080160"/>
                </a:lnTo>
                <a:lnTo>
                  <a:pt x="1173715" y="1121241"/>
                </a:lnTo>
                <a:lnTo>
                  <a:pt x="1153917" y="1161961"/>
                </a:lnTo>
                <a:lnTo>
                  <a:pt x="1133491" y="1202313"/>
                </a:lnTo>
                <a:lnTo>
                  <a:pt x="1112442" y="1242292"/>
                </a:lnTo>
                <a:lnTo>
                  <a:pt x="1090776" y="1281891"/>
                </a:lnTo>
                <a:lnTo>
                  <a:pt x="1068501" y="1321103"/>
                </a:lnTo>
                <a:lnTo>
                  <a:pt x="1045623" y="1359922"/>
                </a:lnTo>
                <a:lnTo>
                  <a:pt x="1022147" y="1398342"/>
                </a:lnTo>
                <a:lnTo>
                  <a:pt x="998081" y="1436357"/>
                </a:lnTo>
                <a:lnTo>
                  <a:pt x="973431" y="1473959"/>
                </a:lnTo>
                <a:lnTo>
                  <a:pt x="948202" y="1511144"/>
                </a:lnTo>
                <a:lnTo>
                  <a:pt x="922402" y="1547903"/>
                </a:lnTo>
                <a:lnTo>
                  <a:pt x="896037" y="1584231"/>
                </a:lnTo>
                <a:lnTo>
                  <a:pt x="869113" y="1620122"/>
                </a:lnTo>
                <a:lnTo>
                  <a:pt x="841637" y="1655569"/>
                </a:lnTo>
                <a:lnTo>
                  <a:pt x="813614" y="1690565"/>
                </a:lnTo>
                <a:lnTo>
                  <a:pt x="785052" y="1725105"/>
                </a:lnTo>
                <a:lnTo>
                  <a:pt x="755957" y="1759182"/>
                </a:lnTo>
                <a:lnTo>
                  <a:pt x="726335" y="1792789"/>
                </a:lnTo>
                <a:lnTo>
                  <a:pt x="696192" y="1825921"/>
                </a:lnTo>
                <a:lnTo>
                  <a:pt x="665535" y="1858570"/>
                </a:lnTo>
                <a:lnTo>
                  <a:pt x="634371" y="1890731"/>
                </a:lnTo>
                <a:lnTo>
                  <a:pt x="602705" y="1922397"/>
                </a:lnTo>
                <a:lnTo>
                  <a:pt x="570544" y="1953561"/>
                </a:lnTo>
                <a:lnTo>
                  <a:pt x="537895" y="1984218"/>
                </a:lnTo>
                <a:lnTo>
                  <a:pt x="504764" y="2014360"/>
                </a:lnTo>
                <a:lnTo>
                  <a:pt x="471156" y="2043983"/>
                </a:lnTo>
                <a:lnTo>
                  <a:pt x="437079" y="2073078"/>
                </a:lnTo>
                <a:lnTo>
                  <a:pt x="402540" y="2101640"/>
                </a:lnTo>
                <a:lnTo>
                  <a:pt x="367543" y="2129662"/>
                </a:lnTo>
                <a:lnTo>
                  <a:pt x="332096" y="2157139"/>
                </a:lnTo>
                <a:lnTo>
                  <a:pt x="296205" y="2184063"/>
                </a:lnTo>
                <a:lnTo>
                  <a:pt x="259877" y="2210428"/>
                </a:lnTo>
                <a:lnTo>
                  <a:pt x="223118" y="2236228"/>
                </a:lnTo>
                <a:lnTo>
                  <a:pt x="185934" y="2261456"/>
                </a:lnTo>
                <a:lnTo>
                  <a:pt x="148331" y="2286107"/>
                </a:lnTo>
                <a:lnTo>
                  <a:pt x="110317" y="2310173"/>
                </a:lnTo>
                <a:lnTo>
                  <a:pt x="71897" y="2333649"/>
                </a:lnTo>
                <a:lnTo>
                  <a:pt x="33077" y="2356527"/>
                </a:lnTo>
                <a:lnTo>
                  <a:pt x="0" y="2375317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6758942" y="0"/>
            <a:ext cx="1529080" cy="2513330"/>
          </a:xfrm>
          <a:custGeom>
            <a:avLst/>
            <a:gdLst/>
            <a:ahLst/>
            <a:cxnLst/>
            <a:rect l="l" t="t" r="r" b="b"/>
            <a:pathLst>
              <a:path w="1529080" h="2513330">
                <a:moveTo>
                  <a:pt x="1529056" y="2513226"/>
                </a:moveTo>
                <a:lnTo>
                  <a:pt x="1492906" y="2494193"/>
                </a:lnTo>
                <a:lnTo>
                  <a:pt x="1453308" y="2472528"/>
                </a:lnTo>
                <a:lnTo>
                  <a:pt x="1414096" y="2450253"/>
                </a:lnTo>
                <a:lnTo>
                  <a:pt x="1375276" y="2427374"/>
                </a:lnTo>
                <a:lnTo>
                  <a:pt x="1336856" y="2403899"/>
                </a:lnTo>
                <a:lnTo>
                  <a:pt x="1298841" y="2379833"/>
                </a:lnTo>
                <a:lnTo>
                  <a:pt x="1261239" y="2355182"/>
                </a:lnTo>
                <a:lnTo>
                  <a:pt x="1224055" y="2329954"/>
                </a:lnTo>
                <a:lnTo>
                  <a:pt x="1187295" y="2304153"/>
                </a:lnTo>
                <a:lnTo>
                  <a:pt x="1150967" y="2277788"/>
                </a:lnTo>
                <a:lnTo>
                  <a:pt x="1115076" y="2250864"/>
                </a:lnTo>
                <a:lnTo>
                  <a:pt x="1079630" y="2223388"/>
                </a:lnTo>
                <a:lnTo>
                  <a:pt x="1044633" y="2195366"/>
                </a:lnTo>
                <a:lnTo>
                  <a:pt x="1010093" y="2166804"/>
                </a:lnTo>
                <a:lnTo>
                  <a:pt x="976017" y="2137708"/>
                </a:lnTo>
                <a:lnTo>
                  <a:pt x="942409" y="2108086"/>
                </a:lnTo>
                <a:lnTo>
                  <a:pt x="909278" y="2077944"/>
                </a:lnTo>
                <a:lnTo>
                  <a:pt x="876628" y="2047287"/>
                </a:lnTo>
                <a:lnTo>
                  <a:pt x="844468" y="2016122"/>
                </a:lnTo>
                <a:lnTo>
                  <a:pt x="812802" y="1984457"/>
                </a:lnTo>
                <a:lnTo>
                  <a:pt x="781637" y="1952296"/>
                </a:lnTo>
                <a:lnTo>
                  <a:pt x="750981" y="1919646"/>
                </a:lnTo>
                <a:lnTo>
                  <a:pt x="720838" y="1886515"/>
                </a:lnTo>
                <a:lnTo>
                  <a:pt x="691216" y="1852908"/>
                </a:lnTo>
                <a:lnTo>
                  <a:pt x="662121" y="1818831"/>
                </a:lnTo>
                <a:lnTo>
                  <a:pt x="633559" y="1784291"/>
                </a:lnTo>
                <a:lnTo>
                  <a:pt x="605536" y="1749294"/>
                </a:lnTo>
                <a:lnTo>
                  <a:pt x="578060" y="1713848"/>
                </a:lnTo>
                <a:lnTo>
                  <a:pt x="551136" y="1677957"/>
                </a:lnTo>
                <a:lnTo>
                  <a:pt x="524771" y="1641629"/>
                </a:lnTo>
                <a:lnTo>
                  <a:pt x="498971" y="1604869"/>
                </a:lnTo>
                <a:lnTo>
                  <a:pt x="473742" y="1567685"/>
                </a:lnTo>
                <a:lnTo>
                  <a:pt x="449092" y="1530083"/>
                </a:lnTo>
                <a:lnTo>
                  <a:pt x="425025" y="1492068"/>
                </a:lnTo>
                <a:lnTo>
                  <a:pt x="401550" y="1453648"/>
                </a:lnTo>
                <a:lnTo>
                  <a:pt x="378671" y="1414829"/>
                </a:lnTo>
                <a:lnTo>
                  <a:pt x="356396" y="1375616"/>
                </a:lnTo>
                <a:lnTo>
                  <a:pt x="334731" y="1336018"/>
                </a:lnTo>
                <a:lnTo>
                  <a:pt x="313682" y="1296039"/>
                </a:lnTo>
                <a:lnTo>
                  <a:pt x="293256" y="1255686"/>
                </a:lnTo>
                <a:lnTo>
                  <a:pt x="273458" y="1214967"/>
                </a:lnTo>
                <a:lnTo>
                  <a:pt x="254296" y="1173886"/>
                </a:lnTo>
                <a:lnTo>
                  <a:pt x="235776" y="1132450"/>
                </a:lnTo>
                <a:lnTo>
                  <a:pt x="217903" y="1090667"/>
                </a:lnTo>
                <a:lnTo>
                  <a:pt x="200686" y="1048542"/>
                </a:lnTo>
                <a:lnTo>
                  <a:pt x="184129" y="1006081"/>
                </a:lnTo>
                <a:lnTo>
                  <a:pt x="168239" y="963291"/>
                </a:lnTo>
                <a:lnTo>
                  <a:pt x="153023" y="920179"/>
                </a:lnTo>
                <a:lnTo>
                  <a:pt x="138488" y="876750"/>
                </a:lnTo>
                <a:lnTo>
                  <a:pt x="124638" y="833011"/>
                </a:lnTo>
                <a:lnTo>
                  <a:pt x="111481" y="788969"/>
                </a:lnTo>
                <a:lnTo>
                  <a:pt x="99024" y="744630"/>
                </a:lnTo>
                <a:lnTo>
                  <a:pt x="87272" y="700000"/>
                </a:lnTo>
                <a:lnTo>
                  <a:pt x="76232" y="655086"/>
                </a:lnTo>
                <a:lnTo>
                  <a:pt x="65910" y="609893"/>
                </a:lnTo>
                <a:lnTo>
                  <a:pt x="56313" y="564429"/>
                </a:lnTo>
                <a:lnTo>
                  <a:pt x="47448" y="518700"/>
                </a:lnTo>
                <a:lnTo>
                  <a:pt x="39319" y="472712"/>
                </a:lnTo>
                <a:lnTo>
                  <a:pt x="31935" y="426472"/>
                </a:lnTo>
                <a:lnTo>
                  <a:pt x="25300" y="379985"/>
                </a:lnTo>
                <a:lnTo>
                  <a:pt x="19422" y="333259"/>
                </a:lnTo>
                <a:lnTo>
                  <a:pt x="14308" y="286299"/>
                </a:lnTo>
                <a:lnTo>
                  <a:pt x="9962" y="239113"/>
                </a:lnTo>
                <a:lnTo>
                  <a:pt x="6393" y="191706"/>
                </a:lnTo>
                <a:lnTo>
                  <a:pt x="3605" y="144085"/>
                </a:lnTo>
                <a:lnTo>
                  <a:pt x="1606" y="96256"/>
                </a:lnTo>
                <a:lnTo>
                  <a:pt x="402" y="48225"/>
                </a:lnTo>
                <a:lnTo>
                  <a:pt x="0" y="0"/>
                </a:lnTo>
                <a:lnTo>
                  <a:pt x="1529056" y="0"/>
                </a:lnTo>
                <a:lnTo>
                  <a:pt x="1529056" y="2513226"/>
                </a:lnTo>
                <a:close/>
              </a:path>
            </a:pathLst>
          </a:custGeom>
          <a:solidFill>
            <a:srgbClr val="F59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801438" y="2077936"/>
            <a:ext cx="3202940" cy="6908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350" b="1" spc="-135" dirty="0">
                <a:latin typeface="Tahoma"/>
                <a:cs typeface="Tahoma"/>
              </a:rPr>
              <a:t>HARDWARE</a:t>
            </a:r>
            <a:endParaRPr sz="435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12012245" y="2054123"/>
            <a:ext cx="2991485" cy="6908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350" spc="-160" dirty="0">
                <a:latin typeface="Tahoma"/>
                <a:cs typeface="Tahoma"/>
              </a:rPr>
              <a:t>SOFTWARE</a:t>
            </a:r>
            <a:endParaRPr sz="43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45424" y="6175140"/>
            <a:ext cx="2686069" cy="50783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b="1" spc="185" dirty="0" smtClean="0">
                <a:latin typeface="Trebuchet MS"/>
                <a:cs typeface="Trebuchet MS"/>
              </a:rPr>
              <a:t>Camera</a:t>
            </a:r>
            <a:r>
              <a:rPr lang="fr-FR" sz="3200" b="1" spc="185" dirty="0" smtClean="0">
                <a:latin typeface="Trebuchet MS"/>
                <a:cs typeface="Trebuchet MS"/>
              </a:rPr>
              <a:t> web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732364" y="4449008"/>
            <a:ext cx="3762375" cy="516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b="1" spc="85" dirty="0">
                <a:latin typeface="Trebuchet MS"/>
                <a:cs typeface="Trebuchet MS"/>
              </a:rPr>
              <a:t>C</a:t>
            </a:r>
            <a:r>
              <a:rPr sz="3200" b="1" spc="175" dirty="0">
                <a:latin typeface="Trebuchet MS"/>
                <a:cs typeface="Trebuchet MS"/>
              </a:rPr>
              <a:t>o</a:t>
            </a:r>
            <a:r>
              <a:rPr sz="3200" b="1" spc="405" dirty="0">
                <a:latin typeface="Trebuchet MS"/>
                <a:cs typeface="Trebuchet MS"/>
              </a:rPr>
              <a:t>m</a:t>
            </a:r>
            <a:r>
              <a:rPr sz="3200" b="1" spc="165" dirty="0">
                <a:latin typeface="Trebuchet MS"/>
                <a:cs typeface="Trebuchet MS"/>
              </a:rPr>
              <a:t>p</a:t>
            </a:r>
            <a:r>
              <a:rPr sz="3200" b="1" spc="220" dirty="0">
                <a:latin typeface="Trebuchet MS"/>
                <a:cs typeface="Trebuchet MS"/>
              </a:rPr>
              <a:t>u</a:t>
            </a:r>
            <a:r>
              <a:rPr sz="3200" b="1" spc="120" dirty="0">
                <a:latin typeface="Trebuchet MS"/>
                <a:cs typeface="Trebuchet MS"/>
              </a:rPr>
              <a:t>t</a:t>
            </a:r>
            <a:r>
              <a:rPr sz="3200" b="1" spc="55" dirty="0">
                <a:latin typeface="Trebuchet MS"/>
                <a:cs typeface="Trebuchet MS"/>
              </a:rPr>
              <a:t>e</a:t>
            </a:r>
            <a:r>
              <a:rPr sz="3200" b="1" spc="90" dirty="0">
                <a:latin typeface="Trebuchet MS"/>
                <a:cs typeface="Trebuchet MS"/>
              </a:rPr>
              <a:t>r</a:t>
            </a:r>
            <a:r>
              <a:rPr sz="3200" b="1" spc="-130" dirty="0">
                <a:latin typeface="Trebuchet MS"/>
                <a:cs typeface="Trebuchet MS"/>
              </a:rPr>
              <a:t> </a:t>
            </a:r>
            <a:r>
              <a:rPr sz="3200" b="1" spc="-90" dirty="0">
                <a:latin typeface="Trebuchet MS"/>
                <a:cs typeface="Trebuchet MS"/>
              </a:rPr>
              <a:t>(</a:t>
            </a:r>
            <a:r>
              <a:rPr sz="3200" b="1" spc="20" dirty="0">
                <a:latin typeface="Trebuchet MS"/>
                <a:cs typeface="Trebuchet MS"/>
              </a:rPr>
              <a:t>i</a:t>
            </a:r>
            <a:r>
              <a:rPr sz="3200" b="1" spc="-45" dirty="0">
                <a:latin typeface="Trebuchet MS"/>
                <a:cs typeface="Trebuchet MS"/>
              </a:rPr>
              <a:t>5</a:t>
            </a:r>
            <a:r>
              <a:rPr sz="3200" b="1" spc="-245" dirty="0">
                <a:latin typeface="Trebuchet MS"/>
                <a:cs typeface="Trebuchet MS"/>
              </a:rPr>
              <a:t>,</a:t>
            </a:r>
            <a:r>
              <a:rPr sz="3200" b="1" spc="-130" dirty="0">
                <a:latin typeface="Trebuchet MS"/>
                <a:cs typeface="Trebuchet MS"/>
              </a:rPr>
              <a:t> </a:t>
            </a:r>
            <a:r>
              <a:rPr sz="3200" b="1" spc="-45" dirty="0">
                <a:latin typeface="Trebuchet MS"/>
                <a:cs typeface="Trebuchet MS"/>
              </a:rPr>
              <a:t>8</a:t>
            </a:r>
            <a:r>
              <a:rPr sz="3200" b="1" spc="204" dirty="0">
                <a:latin typeface="Trebuchet MS"/>
                <a:cs typeface="Trebuchet MS"/>
              </a:rPr>
              <a:t>g</a:t>
            </a:r>
            <a:r>
              <a:rPr sz="3200" b="1" spc="170" dirty="0">
                <a:latin typeface="Trebuchet MS"/>
                <a:cs typeface="Trebuchet MS"/>
              </a:rPr>
              <a:t>b</a:t>
            </a:r>
            <a:r>
              <a:rPr sz="3200" b="1" spc="-85" dirty="0">
                <a:latin typeface="Trebuchet MS"/>
                <a:cs typeface="Trebuchet MS"/>
              </a:rPr>
              <a:t>)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821690" y="3883394"/>
            <a:ext cx="2912482" cy="5259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3200" b="1" spc="-35" dirty="0" smtClean="0">
                <a:latin typeface="Tahoma"/>
                <a:cs typeface="Tahoma"/>
              </a:rPr>
              <a:t>Python , </a:t>
            </a:r>
            <a:r>
              <a:rPr lang="fr-FR" sz="3200" b="1" spc="-35" dirty="0" err="1" smtClean="0">
                <a:latin typeface="Tahoma"/>
                <a:cs typeface="Tahoma"/>
              </a:rPr>
              <a:t>Flask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163676" y="6379489"/>
            <a:ext cx="4830628" cy="50783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3200" b="1" spc="-5" dirty="0" smtClean="0">
                <a:latin typeface="Tahoma"/>
                <a:cs typeface="Tahoma"/>
              </a:rPr>
              <a:t>   Html , </a:t>
            </a:r>
            <a:r>
              <a:rPr lang="fr-FR" sz="3200" b="1" spc="-5" dirty="0" err="1" smtClean="0">
                <a:latin typeface="Tahoma"/>
                <a:cs typeface="Tahoma"/>
              </a:rPr>
              <a:t>Css</a:t>
            </a:r>
            <a:r>
              <a:rPr lang="fr-FR" sz="3200" b="1" spc="-5" dirty="0" smtClean="0">
                <a:latin typeface="Tahoma"/>
                <a:cs typeface="Tahoma"/>
              </a:rPr>
              <a:t> ,</a:t>
            </a:r>
            <a:r>
              <a:rPr lang="fr-FR" sz="3200" b="1" spc="-5" dirty="0" err="1" smtClean="0">
                <a:latin typeface="Tahoma"/>
                <a:cs typeface="Tahoma"/>
              </a:rPr>
              <a:t>Js</a:t>
            </a:r>
            <a:r>
              <a:rPr lang="fr-FR" sz="3200" b="1" spc="-5" dirty="0" smtClean="0">
                <a:latin typeface="Tahoma"/>
                <a:cs typeface="Tahoma"/>
              </a:rPr>
              <a:t>, </a:t>
            </a:r>
            <a:r>
              <a:rPr lang="fr-FR" sz="3200" b="1" spc="-5" dirty="0" err="1" smtClean="0">
                <a:latin typeface="Tahoma"/>
                <a:cs typeface="Tahoma"/>
              </a:rPr>
              <a:t>Flask</a:t>
            </a:r>
            <a:r>
              <a:rPr lang="fr-FR" sz="3200" b="1" spc="-5" dirty="0" smtClean="0">
                <a:latin typeface="Tahoma"/>
                <a:cs typeface="Tahoma"/>
              </a:rPr>
              <a:t> 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163676" y="5109499"/>
            <a:ext cx="4830628" cy="50783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3200" b="1" dirty="0" smtClean="0">
                <a:latin typeface="Tahoma"/>
                <a:cs typeface="Tahoma"/>
              </a:rPr>
              <a:t> </a:t>
            </a:r>
            <a:r>
              <a:rPr lang="fr-FR" sz="3200" b="1" dirty="0" err="1" smtClean="0">
                <a:latin typeface="Tahoma"/>
                <a:cs typeface="Tahoma"/>
              </a:rPr>
              <a:t>Vsc</a:t>
            </a:r>
            <a:r>
              <a:rPr lang="fr-FR" sz="3200" b="1" dirty="0">
                <a:latin typeface="Tahoma"/>
                <a:cs typeface="Tahoma"/>
              </a:rPr>
              <a:t> </a:t>
            </a:r>
            <a:r>
              <a:rPr lang="fr-FR" sz="3200" b="1" dirty="0" smtClean="0">
                <a:latin typeface="Tahoma"/>
                <a:cs typeface="Tahoma"/>
              </a:rPr>
              <a:t>, Sublime , </a:t>
            </a:r>
            <a:r>
              <a:rPr lang="fr-FR" sz="3200" b="1" dirty="0" err="1" smtClean="0">
                <a:latin typeface="Tahoma"/>
                <a:cs typeface="Tahoma"/>
              </a:rPr>
              <a:t>Jupyter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6" name="object 22"/>
          <p:cNvSpPr/>
          <p:nvPr/>
        </p:nvSpPr>
        <p:spPr>
          <a:xfrm>
            <a:off x="10759815" y="7527368"/>
            <a:ext cx="5686425" cy="800100"/>
          </a:xfrm>
          <a:custGeom>
            <a:avLst/>
            <a:gdLst/>
            <a:ahLst/>
            <a:cxnLst/>
            <a:rect l="l" t="t" r="r" b="b"/>
            <a:pathLst>
              <a:path w="5686425" h="800100">
                <a:moveTo>
                  <a:pt x="5685819" y="399618"/>
                </a:moveTo>
                <a:lnTo>
                  <a:pt x="5679560" y="468073"/>
                </a:lnTo>
                <a:lnTo>
                  <a:pt x="5662942" y="532968"/>
                </a:lnTo>
                <a:lnTo>
                  <a:pt x="5645984" y="573856"/>
                </a:lnTo>
                <a:lnTo>
                  <a:pt x="5624683" y="612291"/>
                </a:lnTo>
                <a:lnTo>
                  <a:pt x="5599255" y="647982"/>
                </a:lnTo>
                <a:lnTo>
                  <a:pt x="5569916" y="680635"/>
                </a:lnTo>
                <a:lnTo>
                  <a:pt x="5536883" y="709960"/>
                </a:lnTo>
                <a:lnTo>
                  <a:pt x="5500370" y="735664"/>
                </a:lnTo>
                <a:lnTo>
                  <a:pt x="5460595" y="757457"/>
                </a:lnTo>
                <a:lnTo>
                  <a:pt x="5417773" y="775045"/>
                </a:lnTo>
                <a:lnTo>
                  <a:pt x="5372121" y="788138"/>
                </a:lnTo>
                <a:lnTo>
                  <a:pt x="5323853" y="796443"/>
                </a:lnTo>
                <a:lnTo>
                  <a:pt x="5273188" y="799668"/>
                </a:lnTo>
                <a:lnTo>
                  <a:pt x="0" y="799668"/>
                </a:lnTo>
                <a:lnTo>
                  <a:pt x="0" y="0"/>
                </a:lnTo>
                <a:lnTo>
                  <a:pt x="5277243" y="0"/>
                </a:lnTo>
                <a:lnTo>
                  <a:pt x="5331515" y="3878"/>
                </a:lnTo>
                <a:lnTo>
                  <a:pt x="5383133" y="13940"/>
                </a:lnTo>
                <a:lnTo>
                  <a:pt x="5431786" y="29766"/>
                </a:lnTo>
                <a:lnTo>
                  <a:pt x="5477165" y="50937"/>
                </a:lnTo>
                <a:lnTo>
                  <a:pt x="5518961" y="77032"/>
                </a:lnTo>
                <a:lnTo>
                  <a:pt x="5556865" y="107632"/>
                </a:lnTo>
                <a:lnTo>
                  <a:pt x="5590568" y="142319"/>
                </a:lnTo>
                <a:lnTo>
                  <a:pt x="5619760" y="180672"/>
                </a:lnTo>
                <a:lnTo>
                  <a:pt x="5644131" y="222272"/>
                </a:lnTo>
                <a:lnTo>
                  <a:pt x="5663374" y="266700"/>
                </a:lnTo>
                <a:lnTo>
                  <a:pt x="5663806" y="267563"/>
                </a:lnTo>
                <a:lnTo>
                  <a:pt x="5663806" y="268426"/>
                </a:lnTo>
                <a:lnTo>
                  <a:pt x="5664237" y="269289"/>
                </a:lnTo>
                <a:lnTo>
                  <a:pt x="5673436" y="300334"/>
                </a:lnTo>
                <a:lnTo>
                  <a:pt x="5680208" y="332511"/>
                </a:lnTo>
                <a:lnTo>
                  <a:pt x="5684389" y="365660"/>
                </a:lnTo>
                <a:lnTo>
                  <a:pt x="5685819" y="399618"/>
                </a:lnTo>
                <a:close/>
              </a:path>
            </a:pathLst>
          </a:custGeom>
          <a:solidFill>
            <a:srgbClr val="ABCCE3"/>
          </a:solidFill>
        </p:spPr>
        <p:txBody>
          <a:bodyPr wrap="square" lIns="0" tIns="0" rIns="0" bIns="0" rtlCol="0"/>
          <a:lstStyle/>
          <a:p>
            <a:pPr algn="ctr"/>
            <a:r>
              <a:rPr lang="fr-FR" sz="32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Mysql</a:t>
            </a:r>
            <a:endParaRPr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object 28"/>
          <p:cNvSpPr/>
          <p:nvPr/>
        </p:nvSpPr>
        <p:spPr>
          <a:xfrm>
            <a:off x="10163551" y="7496015"/>
            <a:ext cx="1000125" cy="1000125"/>
          </a:xfrm>
          <a:custGeom>
            <a:avLst/>
            <a:gdLst/>
            <a:ahLst/>
            <a:cxnLst/>
            <a:rect l="l" t="t" r="r" b="b"/>
            <a:pathLst>
              <a:path w="1000125" h="1000125">
                <a:moveTo>
                  <a:pt x="500062" y="1000124"/>
                </a:moveTo>
                <a:lnTo>
                  <a:pt x="451903" y="997835"/>
                </a:lnTo>
                <a:lnTo>
                  <a:pt x="405038" y="991108"/>
                </a:lnTo>
                <a:lnTo>
                  <a:pt x="359679" y="980151"/>
                </a:lnTo>
                <a:lnTo>
                  <a:pt x="316034" y="965175"/>
                </a:lnTo>
                <a:lnTo>
                  <a:pt x="274313" y="946389"/>
                </a:lnTo>
                <a:lnTo>
                  <a:pt x="234725" y="924002"/>
                </a:lnTo>
                <a:lnTo>
                  <a:pt x="197480" y="898225"/>
                </a:lnTo>
                <a:lnTo>
                  <a:pt x="162788" y="869266"/>
                </a:lnTo>
                <a:lnTo>
                  <a:pt x="130858" y="837336"/>
                </a:lnTo>
                <a:lnTo>
                  <a:pt x="101899" y="802644"/>
                </a:lnTo>
                <a:lnTo>
                  <a:pt x="76122" y="765399"/>
                </a:lnTo>
                <a:lnTo>
                  <a:pt x="53735" y="725811"/>
                </a:lnTo>
                <a:lnTo>
                  <a:pt x="34949" y="684090"/>
                </a:lnTo>
                <a:lnTo>
                  <a:pt x="19973" y="640445"/>
                </a:lnTo>
                <a:lnTo>
                  <a:pt x="9016" y="595086"/>
                </a:lnTo>
                <a:lnTo>
                  <a:pt x="2289" y="548221"/>
                </a:lnTo>
                <a:lnTo>
                  <a:pt x="0" y="500062"/>
                </a:lnTo>
                <a:lnTo>
                  <a:pt x="2289" y="451903"/>
                </a:lnTo>
                <a:lnTo>
                  <a:pt x="9016" y="405038"/>
                </a:lnTo>
                <a:lnTo>
                  <a:pt x="19973" y="359679"/>
                </a:lnTo>
                <a:lnTo>
                  <a:pt x="34949" y="316034"/>
                </a:lnTo>
                <a:lnTo>
                  <a:pt x="53735" y="274313"/>
                </a:lnTo>
                <a:lnTo>
                  <a:pt x="76122" y="234725"/>
                </a:lnTo>
                <a:lnTo>
                  <a:pt x="101899" y="197480"/>
                </a:lnTo>
                <a:lnTo>
                  <a:pt x="130858" y="162788"/>
                </a:lnTo>
                <a:lnTo>
                  <a:pt x="162788" y="130858"/>
                </a:lnTo>
                <a:lnTo>
                  <a:pt x="197480" y="101899"/>
                </a:lnTo>
                <a:lnTo>
                  <a:pt x="234725" y="76122"/>
                </a:lnTo>
                <a:lnTo>
                  <a:pt x="274313" y="53735"/>
                </a:lnTo>
                <a:lnTo>
                  <a:pt x="316034" y="34949"/>
                </a:lnTo>
                <a:lnTo>
                  <a:pt x="359679" y="19973"/>
                </a:lnTo>
                <a:lnTo>
                  <a:pt x="405038" y="9016"/>
                </a:lnTo>
                <a:lnTo>
                  <a:pt x="451903" y="2289"/>
                </a:lnTo>
                <a:lnTo>
                  <a:pt x="500062" y="0"/>
                </a:lnTo>
                <a:lnTo>
                  <a:pt x="548221" y="2289"/>
                </a:lnTo>
                <a:lnTo>
                  <a:pt x="595086" y="9016"/>
                </a:lnTo>
                <a:lnTo>
                  <a:pt x="640445" y="19973"/>
                </a:lnTo>
                <a:lnTo>
                  <a:pt x="684090" y="34949"/>
                </a:lnTo>
                <a:lnTo>
                  <a:pt x="725811" y="53735"/>
                </a:lnTo>
                <a:lnTo>
                  <a:pt x="765399" y="76122"/>
                </a:lnTo>
                <a:lnTo>
                  <a:pt x="802644" y="101899"/>
                </a:lnTo>
                <a:lnTo>
                  <a:pt x="837336" y="130858"/>
                </a:lnTo>
                <a:lnTo>
                  <a:pt x="869266" y="162788"/>
                </a:lnTo>
                <a:lnTo>
                  <a:pt x="898225" y="197480"/>
                </a:lnTo>
                <a:lnTo>
                  <a:pt x="924002" y="234725"/>
                </a:lnTo>
                <a:lnTo>
                  <a:pt x="946389" y="274313"/>
                </a:lnTo>
                <a:lnTo>
                  <a:pt x="965175" y="316034"/>
                </a:lnTo>
                <a:lnTo>
                  <a:pt x="980151" y="359679"/>
                </a:lnTo>
                <a:lnTo>
                  <a:pt x="991108" y="405038"/>
                </a:lnTo>
                <a:lnTo>
                  <a:pt x="997835" y="451903"/>
                </a:lnTo>
                <a:lnTo>
                  <a:pt x="1000124" y="500062"/>
                </a:lnTo>
                <a:lnTo>
                  <a:pt x="997835" y="548221"/>
                </a:lnTo>
                <a:lnTo>
                  <a:pt x="991108" y="595086"/>
                </a:lnTo>
                <a:lnTo>
                  <a:pt x="980151" y="640445"/>
                </a:lnTo>
                <a:lnTo>
                  <a:pt x="965175" y="684090"/>
                </a:lnTo>
                <a:lnTo>
                  <a:pt x="946389" y="725811"/>
                </a:lnTo>
                <a:lnTo>
                  <a:pt x="924002" y="765399"/>
                </a:lnTo>
                <a:lnTo>
                  <a:pt x="898225" y="802644"/>
                </a:lnTo>
                <a:lnTo>
                  <a:pt x="869266" y="837336"/>
                </a:lnTo>
                <a:lnTo>
                  <a:pt x="837336" y="869266"/>
                </a:lnTo>
                <a:lnTo>
                  <a:pt x="802644" y="898225"/>
                </a:lnTo>
                <a:lnTo>
                  <a:pt x="765399" y="924002"/>
                </a:lnTo>
                <a:lnTo>
                  <a:pt x="725811" y="946389"/>
                </a:lnTo>
                <a:lnTo>
                  <a:pt x="684090" y="965175"/>
                </a:lnTo>
                <a:lnTo>
                  <a:pt x="640445" y="980151"/>
                </a:lnTo>
                <a:lnTo>
                  <a:pt x="595086" y="991108"/>
                </a:lnTo>
                <a:lnTo>
                  <a:pt x="548221" y="997835"/>
                </a:lnTo>
                <a:lnTo>
                  <a:pt x="500062" y="1000124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77867" y="6361647"/>
            <a:ext cx="523874" cy="657224"/>
          </a:xfrm>
          <a:prstGeom prst="rect">
            <a:avLst/>
          </a:prstGeom>
        </p:spPr>
      </p:pic>
      <p:pic>
        <p:nvPicPr>
          <p:cNvPr id="50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77867" y="7649844"/>
            <a:ext cx="523874" cy="657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13931" y="166"/>
            <a:ext cx="1474470" cy="10287000"/>
          </a:xfrm>
          <a:custGeom>
            <a:avLst/>
            <a:gdLst/>
            <a:ahLst/>
            <a:cxnLst/>
            <a:rect l="l" t="t" r="r" b="b"/>
            <a:pathLst>
              <a:path w="1474469" h="10287000">
                <a:moveTo>
                  <a:pt x="0" y="0"/>
                </a:moveTo>
                <a:lnTo>
                  <a:pt x="1474067" y="0"/>
                </a:lnTo>
                <a:lnTo>
                  <a:pt x="1474067" y="10286661"/>
                </a:lnTo>
                <a:lnTo>
                  <a:pt x="0" y="10286661"/>
                </a:lnTo>
                <a:lnTo>
                  <a:pt x="0" y="0"/>
                </a:lnTo>
                <a:close/>
              </a:path>
            </a:pathLst>
          </a:custGeom>
          <a:solidFill>
            <a:srgbClr val="ABC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45895" y="9867900"/>
            <a:ext cx="14269085" cy="0"/>
          </a:xfrm>
          <a:custGeom>
            <a:avLst/>
            <a:gdLst/>
            <a:ahLst/>
            <a:cxnLst/>
            <a:rect l="l" t="t" r="r" b="b"/>
            <a:pathLst>
              <a:path w="14269085">
                <a:moveTo>
                  <a:pt x="0" y="0"/>
                </a:moveTo>
                <a:lnTo>
                  <a:pt x="14268492" y="0"/>
                </a:lnTo>
              </a:path>
            </a:pathLst>
          </a:custGeom>
          <a:ln w="47624">
            <a:solidFill>
              <a:srgbClr val="AC7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0" y="0"/>
            <a:ext cx="1445895" cy="2375535"/>
          </a:xfrm>
          <a:custGeom>
            <a:avLst/>
            <a:gdLst/>
            <a:ahLst/>
            <a:cxnLst/>
            <a:rect l="l" t="t" r="r" b="b"/>
            <a:pathLst>
              <a:path w="1445895" h="2375535">
                <a:moveTo>
                  <a:pt x="0" y="2375311"/>
                </a:moveTo>
                <a:lnTo>
                  <a:pt x="0" y="0"/>
                </a:lnTo>
                <a:lnTo>
                  <a:pt x="1445630" y="0"/>
                </a:lnTo>
                <a:lnTo>
                  <a:pt x="1443567" y="50353"/>
                </a:lnTo>
                <a:lnTo>
                  <a:pt x="1440780" y="97974"/>
                </a:lnTo>
                <a:lnTo>
                  <a:pt x="1437210" y="145381"/>
                </a:lnTo>
                <a:lnTo>
                  <a:pt x="1432865" y="192567"/>
                </a:lnTo>
                <a:lnTo>
                  <a:pt x="1427750" y="239527"/>
                </a:lnTo>
                <a:lnTo>
                  <a:pt x="1421872" y="286253"/>
                </a:lnTo>
                <a:lnTo>
                  <a:pt x="1415238" y="332740"/>
                </a:lnTo>
                <a:lnTo>
                  <a:pt x="1407854" y="378980"/>
                </a:lnTo>
                <a:lnTo>
                  <a:pt x="1399725" y="424968"/>
                </a:lnTo>
                <a:lnTo>
                  <a:pt x="1390859" y="470697"/>
                </a:lnTo>
                <a:lnTo>
                  <a:pt x="1381262" y="516161"/>
                </a:lnTo>
                <a:lnTo>
                  <a:pt x="1370941" y="561354"/>
                </a:lnTo>
                <a:lnTo>
                  <a:pt x="1359901" y="606268"/>
                </a:lnTo>
                <a:lnTo>
                  <a:pt x="1348149" y="650898"/>
                </a:lnTo>
                <a:lnTo>
                  <a:pt x="1335691" y="695237"/>
                </a:lnTo>
                <a:lnTo>
                  <a:pt x="1322534" y="739279"/>
                </a:lnTo>
                <a:lnTo>
                  <a:pt x="1308685" y="783018"/>
                </a:lnTo>
                <a:lnTo>
                  <a:pt x="1294149" y="826447"/>
                </a:lnTo>
                <a:lnTo>
                  <a:pt x="1278933" y="869559"/>
                </a:lnTo>
                <a:lnTo>
                  <a:pt x="1263044" y="912349"/>
                </a:lnTo>
                <a:lnTo>
                  <a:pt x="1246487" y="954810"/>
                </a:lnTo>
                <a:lnTo>
                  <a:pt x="1229269" y="996935"/>
                </a:lnTo>
                <a:lnTo>
                  <a:pt x="1211397" y="1038719"/>
                </a:lnTo>
                <a:lnTo>
                  <a:pt x="1192877" y="1080154"/>
                </a:lnTo>
                <a:lnTo>
                  <a:pt x="1173715" y="1121235"/>
                </a:lnTo>
                <a:lnTo>
                  <a:pt x="1153917" y="1161955"/>
                </a:lnTo>
                <a:lnTo>
                  <a:pt x="1133491" y="1202307"/>
                </a:lnTo>
                <a:lnTo>
                  <a:pt x="1112442" y="1242286"/>
                </a:lnTo>
                <a:lnTo>
                  <a:pt x="1090776" y="1281885"/>
                </a:lnTo>
                <a:lnTo>
                  <a:pt x="1068501" y="1321097"/>
                </a:lnTo>
                <a:lnTo>
                  <a:pt x="1045623" y="1359916"/>
                </a:lnTo>
                <a:lnTo>
                  <a:pt x="1022147" y="1398336"/>
                </a:lnTo>
                <a:lnTo>
                  <a:pt x="998081" y="1436351"/>
                </a:lnTo>
                <a:lnTo>
                  <a:pt x="973431" y="1473953"/>
                </a:lnTo>
                <a:lnTo>
                  <a:pt x="948202" y="1511137"/>
                </a:lnTo>
                <a:lnTo>
                  <a:pt x="922402" y="1547897"/>
                </a:lnTo>
                <a:lnTo>
                  <a:pt x="896037" y="1584225"/>
                </a:lnTo>
                <a:lnTo>
                  <a:pt x="869113" y="1620116"/>
                </a:lnTo>
                <a:lnTo>
                  <a:pt x="841637" y="1655563"/>
                </a:lnTo>
                <a:lnTo>
                  <a:pt x="813614" y="1690559"/>
                </a:lnTo>
                <a:lnTo>
                  <a:pt x="785052" y="1725099"/>
                </a:lnTo>
                <a:lnTo>
                  <a:pt x="755957" y="1759176"/>
                </a:lnTo>
                <a:lnTo>
                  <a:pt x="726335" y="1792783"/>
                </a:lnTo>
                <a:lnTo>
                  <a:pt x="696192" y="1825915"/>
                </a:lnTo>
                <a:lnTo>
                  <a:pt x="665535" y="1858564"/>
                </a:lnTo>
                <a:lnTo>
                  <a:pt x="634371" y="1890725"/>
                </a:lnTo>
                <a:lnTo>
                  <a:pt x="602705" y="1922391"/>
                </a:lnTo>
                <a:lnTo>
                  <a:pt x="570544" y="1953555"/>
                </a:lnTo>
                <a:lnTo>
                  <a:pt x="537895" y="1984212"/>
                </a:lnTo>
                <a:lnTo>
                  <a:pt x="504764" y="2014354"/>
                </a:lnTo>
                <a:lnTo>
                  <a:pt x="471156" y="2043976"/>
                </a:lnTo>
                <a:lnTo>
                  <a:pt x="437079" y="2073072"/>
                </a:lnTo>
                <a:lnTo>
                  <a:pt x="402540" y="2101634"/>
                </a:lnTo>
                <a:lnTo>
                  <a:pt x="367543" y="2129656"/>
                </a:lnTo>
                <a:lnTo>
                  <a:pt x="332096" y="2157132"/>
                </a:lnTo>
                <a:lnTo>
                  <a:pt x="296205" y="2184056"/>
                </a:lnTo>
                <a:lnTo>
                  <a:pt x="259877" y="2210422"/>
                </a:lnTo>
                <a:lnTo>
                  <a:pt x="223118" y="2236222"/>
                </a:lnTo>
                <a:lnTo>
                  <a:pt x="185934" y="2261450"/>
                </a:lnTo>
                <a:lnTo>
                  <a:pt x="148331" y="2286101"/>
                </a:lnTo>
                <a:lnTo>
                  <a:pt x="110317" y="2310167"/>
                </a:lnTo>
                <a:lnTo>
                  <a:pt x="71897" y="2333643"/>
                </a:lnTo>
                <a:lnTo>
                  <a:pt x="33077" y="2356521"/>
                </a:lnTo>
                <a:lnTo>
                  <a:pt x="0" y="2375311"/>
                </a:lnTo>
                <a:close/>
              </a:path>
            </a:pathLst>
          </a:custGeom>
          <a:solidFill>
            <a:srgbClr val="B18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6681209" y="7735018"/>
            <a:ext cx="1607185" cy="2552065"/>
          </a:xfrm>
          <a:custGeom>
            <a:avLst/>
            <a:gdLst/>
            <a:ahLst/>
            <a:cxnLst/>
            <a:rect l="l" t="t" r="r" b="b"/>
            <a:pathLst>
              <a:path w="1607184" h="2552065">
                <a:moveTo>
                  <a:pt x="1606790" y="2551981"/>
                </a:moveTo>
                <a:lnTo>
                  <a:pt x="0" y="2551981"/>
                </a:lnTo>
                <a:lnTo>
                  <a:pt x="402" y="2503755"/>
                </a:lnTo>
                <a:lnTo>
                  <a:pt x="1606" y="2455725"/>
                </a:lnTo>
                <a:lnTo>
                  <a:pt x="3605" y="2407896"/>
                </a:lnTo>
                <a:lnTo>
                  <a:pt x="6393" y="2360275"/>
                </a:lnTo>
                <a:lnTo>
                  <a:pt x="9962" y="2312868"/>
                </a:lnTo>
                <a:lnTo>
                  <a:pt x="14308" y="2265681"/>
                </a:lnTo>
                <a:lnTo>
                  <a:pt x="19422" y="2218722"/>
                </a:lnTo>
                <a:lnTo>
                  <a:pt x="25300" y="2171995"/>
                </a:lnTo>
                <a:lnTo>
                  <a:pt x="31935" y="2125509"/>
                </a:lnTo>
                <a:lnTo>
                  <a:pt x="39319" y="2079268"/>
                </a:lnTo>
                <a:lnTo>
                  <a:pt x="47448" y="2033280"/>
                </a:lnTo>
                <a:lnTo>
                  <a:pt x="56313" y="1987551"/>
                </a:lnTo>
                <a:lnTo>
                  <a:pt x="65910" y="1942087"/>
                </a:lnTo>
                <a:lnTo>
                  <a:pt x="76232" y="1896895"/>
                </a:lnTo>
                <a:lnTo>
                  <a:pt x="87272" y="1851981"/>
                </a:lnTo>
                <a:lnTo>
                  <a:pt x="99024" y="1807351"/>
                </a:lnTo>
                <a:lnTo>
                  <a:pt x="111481" y="1763011"/>
                </a:lnTo>
                <a:lnTo>
                  <a:pt x="124638" y="1718969"/>
                </a:lnTo>
                <a:lnTo>
                  <a:pt x="138488" y="1675231"/>
                </a:lnTo>
                <a:lnTo>
                  <a:pt x="153023" y="1631802"/>
                </a:lnTo>
                <a:lnTo>
                  <a:pt x="168239" y="1588689"/>
                </a:lnTo>
                <a:lnTo>
                  <a:pt x="184129" y="1545900"/>
                </a:lnTo>
                <a:lnTo>
                  <a:pt x="200686" y="1503439"/>
                </a:lnTo>
                <a:lnTo>
                  <a:pt x="217903" y="1461314"/>
                </a:lnTo>
                <a:lnTo>
                  <a:pt x="235776" y="1419530"/>
                </a:lnTo>
                <a:lnTo>
                  <a:pt x="254296" y="1378095"/>
                </a:lnTo>
                <a:lnTo>
                  <a:pt x="273458" y="1337014"/>
                </a:lnTo>
                <a:lnTo>
                  <a:pt x="293256" y="1296294"/>
                </a:lnTo>
                <a:lnTo>
                  <a:pt x="313682" y="1255942"/>
                </a:lnTo>
                <a:lnTo>
                  <a:pt x="334731" y="1215963"/>
                </a:lnTo>
                <a:lnTo>
                  <a:pt x="356396" y="1176364"/>
                </a:lnTo>
                <a:lnTo>
                  <a:pt x="378671" y="1137152"/>
                </a:lnTo>
                <a:lnTo>
                  <a:pt x="401550" y="1098333"/>
                </a:lnTo>
                <a:lnTo>
                  <a:pt x="425025" y="1059912"/>
                </a:lnTo>
                <a:lnTo>
                  <a:pt x="449092" y="1021898"/>
                </a:lnTo>
                <a:lnTo>
                  <a:pt x="473742" y="984295"/>
                </a:lnTo>
                <a:lnTo>
                  <a:pt x="498971" y="947111"/>
                </a:lnTo>
                <a:lnTo>
                  <a:pt x="524771" y="910352"/>
                </a:lnTo>
                <a:lnTo>
                  <a:pt x="551136" y="874024"/>
                </a:lnTo>
                <a:lnTo>
                  <a:pt x="578060" y="838133"/>
                </a:lnTo>
                <a:lnTo>
                  <a:pt x="605536" y="802686"/>
                </a:lnTo>
                <a:lnTo>
                  <a:pt x="633559" y="767690"/>
                </a:lnTo>
                <a:lnTo>
                  <a:pt x="662121" y="733150"/>
                </a:lnTo>
                <a:lnTo>
                  <a:pt x="691216" y="699073"/>
                </a:lnTo>
                <a:lnTo>
                  <a:pt x="720838" y="665466"/>
                </a:lnTo>
                <a:lnTo>
                  <a:pt x="750981" y="632334"/>
                </a:lnTo>
                <a:lnTo>
                  <a:pt x="781637" y="599685"/>
                </a:lnTo>
                <a:lnTo>
                  <a:pt x="812802" y="567524"/>
                </a:lnTo>
                <a:lnTo>
                  <a:pt x="844468" y="535858"/>
                </a:lnTo>
                <a:lnTo>
                  <a:pt x="876628" y="504694"/>
                </a:lnTo>
                <a:lnTo>
                  <a:pt x="909278" y="474037"/>
                </a:lnTo>
                <a:lnTo>
                  <a:pt x="942409" y="443894"/>
                </a:lnTo>
                <a:lnTo>
                  <a:pt x="976017" y="414272"/>
                </a:lnTo>
                <a:lnTo>
                  <a:pt x="1010093" y="385177"/>
                </a:lnTo>
                <a:lnTo>
                  <a:pt x="1044633" y="356615"/>
                </a:lnTo>
                <a:lnTo>
                  <a:pt x="1079630" y="328593"/>
                </a:lnTo>
                <a:lnTo>
                  <a:pt x="1115076" y="301116"/>
                </a:lnTo>
                <a:lnTo>
                  <a:pt x="1150967" y="274192"/>
                </a:lnTo>
                <a:lnTo>
                  <a:pt x="1187295" y="247827"/>
                </a:lnTo>
                <a:lnTo>
                  <a:pt x="1224055" y="222027"/>
                </a:lnTo>
                <a:lnTo>
                  <a:pt x="1261239" y="196798"/>
                </a:lnTo>
                <a:lnTo>
                  <a:pt x="1298841" y="172148"/>
                </a:lnTo>
                <a:lnTo>
                  <a:pt x="1336856" y="148082"/>
                </a:lnTo>
                <a:lnTo>
                  <a:pt x="1375276" y="124606"/>
                </a:lnTo>
                <a:lnTo>
                  <a:pt x="1414096" y="101728"/>
                </a:lnTo>
                <a:lnTo>
                  <a:pt x="1453308" y="79453"/>
                </a:lnTo>
                <a:lnTo>
                  <a:pt x="1492906" y="57787"/>
                </a:lnTo>
                <a:lnTo>
                  <a:pt x="1532885" y="36738"/>
                </a:lnTo>
                <a:lnTo>
                  <a:pt x="1573238" y="16312"/>
                </a:lnTo>
                <a:lnTo>
                  <a:pt x="1606790" y="0"/>
                </a:lnTo>
                <a:lnTo>
                  <a:pt x="1606790" y="2551981"/>
                </a:lnTo>
                <a:close/>
              </a:path>
            </a:pathLst>
          </a:custGeom>
          <a:solidFill>
            <a:srgbClr val="F59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6368565" y="154"/>
            <a:ext cx="895350" cy="1952625"/>
          </a:xfrm>
          <a:custGeom>
            <a:avLst/>
            <a:gdLst/>
            <a:ahLst/>
            <a:cxnLst/>
            <a:rect l="l" t="t" r="r" b="b"/>
            <a:pathLst>
              <a:path w="895350" h="1952625">
                <a:moveTo>
                  <a:pt x="447446" y="1952316"/>
                </a:moveTo>
                <a:lnTo>
                  <a:pt x="0" y="1796217"/>
                </a:lnTo>
                <a:lnTo>
                  <a:pt x="228" y="1667880"/>
                </a:lnTo>
                <a:lnTo>
                  <a:pt x="1142" y="468822"/>
                </a:lnTo>
                <a:lnTo>
                  <a:pt x="0" y="0"/>
                </a:lnTo>
                <a:lnTo>
                  <a:pt x="895349" y="0"/>
                </a:lnTo>
                <a:lnTo>
                  <a:pt x="895349" y="1796217"/>
                </a:lnTo>
                <a:lnTo>
                  <a:pt x="447446" y="1952316"/>
                </a:lnTo>
                <a:close/>
              </a:path>
            </a:pathLst>
          </a:custGeom>
          <a:solidFill>
            <a:srgbClr val="B18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127250" y="0"/>
            <a:ext cx="13868400" cy="767080"/>
          </a:xfrm>
          <a:custGeom>
            <a:avLst/>
            <a:gdLst/>
            <a:ahLst/>
            <a:cxnLst/>
            <a:rect l="l" t="t" r="r" b="b"/>
            <a:pathLst>
              <a:path w="13868400" h="767080">
                <a:moveTo>
                  <a:pt x="0" y="0"/>
                </a:moveTo>
                <a:lnTo>
                  <a:pt x="13868399" y="0"/>
                </a:lnTo>
                <a:lnTo>
                  <a:pt x="13868399" y="766969"/>
                </a:lnTo>
                <a:lnTo>
                  <a:pt x="0" y="766969"/>
                </a:lnTo>
                <a:lnTo>
                  <a:pt x="0" y="0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8" name="Picture 4" descr="résumé de la reconnaissance faciale - Pensée Artificiell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73" b="9113"/>
          <a:stretch/>
        </p:blipFill>
        <p:spPr bwMode="auto">
          <a:xfrm>
            <a:off x="196095" y="3924300"/>
            <a:ext cx="160020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1371600" y="1713815"/>
            <a:ext cx="145216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Reconnaissance 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aciale est un moyen d’identifier ou confirmer l’identité d’un individu à l’aide de leur visage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67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2"/>
          <p:cNvGrpSpPr/>
          <p:nvPr/>
        </p:nvGrpSpPr>
        <p:grpSpPr>
          <a:xfrm>
            <a:off x="997843" y="92"/>
            <a:ext cx="17288300" cy="10287000"/>
            <a:chOff x="997843" y="92"/>
            <a:chExt cx="17288300" cy="10287000"/>
          </a:xfrm>
        </p:grpSpPr>
        <p:sp>
          <p:nvSpPr>
            <p:cNvPr id="5" name="object 3"/>
            <p:cNvSpPr/>
            <p:nvPr/>
          </p:nvSpPr>
          <p:spPr>
            <a:xfrm>
              <a:off x="14352318" y="92"/>
              <a:ext cx="3933825" cy="10287000"/>
            </a:xfrm>
            <a:custGeom>
              <a:avLst/>
              <a:gdLst/>
              <a:ahLst/>
              <a:cxnLst/>
              <a:rect l="l" t="t" r="r" b="b"/>
              <a:pathLst>
                <a:path w="3933825" h="10287000">
                  <a:moveTo>
                    <a:pt x="3933824" y="10286816"/>
                  </a:moveTo>
                  <a:lnTo>
                    <a:pt x="0" y="10286816"/>
                  </a:lnTo>
                  <a:lnTo>
                    <a:pt x="0" y="0"/>
                  </a:lnTo>
                  <a:lnTo>
                    <a:pt x="3933824" y="0"/>
                  </a:lnTo>
                  <a:lnTo>
                    <a:pt x="3933824" y="10286816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4"/>
            <p:cNvSpPr/>
            <p:nvPr/>
          </p:nvSpPr>
          <p:spPr>
            <a:xfrm>
              <a:off x="997843" y="9282113"/>
              <a:ext cx="16182975" cy="0"/>
            </a:xfrm>
            <a:custGeom>
              <a:avLst/>
              <a:gdLst/>
              <a:ahLst/>
              <a:cxnLst/>
              <a:rect l="l" t="t" r="r" b="b"/>
              <a:pathLst>
                <a:path w="16182975">
                  <a:moveTo>
                    <a:pt x="0" y="0"/>
                  </a:moveTo>
                  <a:lnTo>
                    <a:pt x="16182973" y="0"/>
                  </a:lnTo>
                </a:path>
              </a:pathLst>
            </a:custGeom>
            <a:ln w="47624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/>
            <p:cNvSpPr/>
            <p:nvPr/>
          </p:nvSpPr>
          <p:spPr>
            <a:xfrm>
              <a:off x="11855577" y="2271081"/>
              <a:ext cx="5629275" cy="5629275"/>
            </a:xfrm>
            <a:custGeom>
              <a:avLst/>
              <a:gdLst/>
              <a:ahLst/>
              <a:cxnLst/>
              <a:rect l="l" t="t" r="r" b="b"/>
              <a:pathLst>
                <a:path w="5629275" h="5629275">
                  <a:moveTo>
                    <a:pt x="2814637" y="5629274"/>
                  </a:moveTo>
                  <a:lnTo>
                    <a:pt x="2766156" y="5628865"/>
                  </a:lnTo>
                  <a:lnTo>
                    <a:pt x="2717874" y="5627642"/>
                  </a:lnTo>
                  <a:lnTo>
                    <a:pt x="2669796" y="5625611"/>
                  </a:lnTo>
                  <a:lnTo>
                    <a:pt x="2621929" y="5622780"/>
                  </a:lnTo>
                  <a:lnTo>
                    <a:pt x="2574281" y="5619155"/>
                  </a:lnTo>
                  <a:lnTo>
                    <a:pt x="2526856" y="5614742"/>
                  </a:lnTo>
                  <a:lnTo>
                    <a:pt x="2479663" y="5609548"/>
                  </a:lnTo>
                  <a:lnTo>
                    <a:pt x="2432707" y="5603579"/>
                  </a:lnTo>
                  <a:lnTo>
                    <a:pt x="2385995" y="5596843"/>
                  </a:lnTo>
                  <a:lnTo>
                    <a:pt x="2339534" y="5589345"/>
                  </a:lnTo>
                  <a:lnTo>
                    <a:pt x="2293330" y="5581092"/>
                  </a:lnTo>
                  <a:lnTo>
                    <a:pt x="2247389" y="5572090"/>
                  </a:lnTo>
                  <a:lnTo>
                    <a:pt x="2201719" y="5562347"/>
                  </a:lnTo>
                  <a:lnTo>
                    <a:pt x="2156325" y="5551869"/>
                  </a:lnTo>
                  <a:lnTo>
                    <a:pt x="2111215" y="5540662"/>
                  </a:lnTo>
                  <a:lnTo>
                    <a:pt x="2066395" y="5528732"/>
                  </a:lnTo>
                  <a:lnTo>
                    <a:pt x="2021871" y="5516087"/>
                  </a:lnTo>
                  <a:lnTo>
                    <a:pt x="1977650" y="5502733"/>
                  </a:lnTo>
                  <a:lnTo>
                    <a:pt x="1933738" y="5488677"/>
                  </a:lnTo>
                  <a:lnTo>
                    <a:pt x="1890143" y="5473924"/>
                  </a:lnTo>
                  <a:lnTo>
                    <a:pt x="1846870" y="5458482"/>
                  </a:lnTo>
                  <a:lnTo>
                    <a:pt x="1803926" y="5442358"/>
                  </a:lnTo>
                  <a:lnTo>
                    <a:pt x="1761318" y="5425556"/>
                  </a:lnTo>
                  <a:lnTo>
                    <a:pt x="1719053" y="5408086"/>
                  </a:lnTo>
                  <a:lnTo>
                    <a:pt x="1677136" y="5389952"/>
                  </a:lnTo>
                  <a:lnTo>
                    <a:pt x="1635575" y="5371161"/>
                  </a:lnTo>
                  <a:lnTo>
                    <a:pt x="1594375" y="5351720"/>
                  </a:lnTo>
                  <a:lnTo>
                    <a:pt x="1553544" y="5331636"/>
                  </a:lnTo>
                  <a:lnTo>
                    <a:pt x="1513088" y="5310914"/>
                  </a:lnTo>
                  <a:lnTo>
                    <a:pt x="1473013" y="5289562"/>
                  </a:lnTo>
                  <a:lnTo>
                    <a:pt x="1433327" y="5267586"/>
                  </a:lnTo>
                  <a:lnTo>
                    <a:pt x="1394035" y="5244993"/>
                  </a:lnTo>
                  <a:lnTo>
                    <a:pt x="1355145" y="5221789"/>
                  </a:lnTo>
                  <a:lnTo>
                    <a:pt x="1316662" y="5197981"/>
                  </a:lnTo>
                  <a:lnTo>
                    <a:pt x="1278594" y="5173575"/>
                  </a:lnTo>
                  <a:lnTo>
                    <a:pt x="1240946" y="5148578"/>
                  </a:lnTo>
                  <a:lnTo>
                    <a:pt x="1203726" y="5122996"/>
                  </a:lnTo>
                  <a:lnTo>
                    <a:pt x="1166940" y="5096836"/>
                  </a:lnTo>
                  <a:lnTo>
                    <a:pt x="1130594" y="5070105"/>
                  </a:lnTo>
                  <a:lnTo>
                    <a:pt x="1094696" y="5042809"/>
                  </a:lnTo>
                  <a:lnTo>
                    <a:pt x="1059251" y="5014954"/>
                  </a:lnTo>
                  <a:lnTo>
                    <a:pt x="1024266" y="4986548"/>
                  </a:lnTo>
                  <a:lnTo>
                    <a:pt x="989748" y="4957596"/>
                  </a:lnTo>
                  <a:lnTo>
                    <a:pt x="955703" y="4928105"/>
                  </a:lnTo>
                  <a:lnTo>
                    <a:pt x="922138" y="4898082"/>
                  </a:lnTo>
                  <a:lnTo>
                    <a:pt x="889060" y="4867534"/>
                  </a:lnTo>
                  <a:lnTo>
                    <a:pt x="856474" y="4836466"/>
                  </a:lnTo>
                  <a:lnTo>
                    <a:pt x="824388" y="4804886"/>
                  </a:lnTo>
                  <a:lnTo>
                    <a:pt x="792807" y="4772799"/>
                  </a:lnTo>
                  <a:lnTo>
                    <a:pt x="761740" y="4740214"/>
                  </a:lnTo>
                  <a:lnTo>
                    <a:pt x="731191" y="4707135"/>
                  </a:lnTo>
                  <a:lnTo>
                    <a:pt x="701168" y="4673570"/>
                  </a:lnTo>
                  <a:lnTo>
                    <a:pt x="671678" y="4639525"/>
                  </a:lnTo>
                  <a:lnTo>
                    <a:pt x="642726" y="4605007"/>
                  </a:lnTo>
                  <a:lnTo>
                    <a:pt x="614319" y="4570022"/>
                  </a:lnTo>
                  <a:lnTo>
                    <a:pt x="586464" y="4534578"/>
                  </a:lnTo>
                  <a:lnTo>
                    <a:pt x="559168" y="4498679"/>
                  </a:lnTo>
                  <a:lnTo>
                    <a:pt x="532437" y="4462333"/>
                  </a:lnTo>
                  <a:lnTo>
                    <a:pt x="506277" y="4425547"/>
                  </a:lnTo>
                  <a:lnTo>
                    <a:pt x="480695" y="4388327"/>
                  </a:lnTo>
                  <a:lnTo>
                    <a:pt x="455698" y="4350680"/>
                  </a:lnTo>
                  <a:lnTo>
                    <a:pt x="431292" y="4312611"/>
                  </a:lnTo>
                  <a:lnTo>
                    <a:pt x="407484" y="4274128"/>
                  </a:lnTo>
                  <a:lnTo>
                    <a:pt x="384280" y="4235238"/>
                  </a:lnTo>
                  <a:lnTo>
                    <a:pt x="361687" y="4195946"/>
                  </a:lnTo>
                  <a:lnTo>
                    <a:pt x="339711" y="4156260"/>
                  </a:lnTo>
                  <a:lnTo>
                    <a:pt x="318359" y="4116185"/>
                  </a:lnTo>
                  <a:lnTo>
                    <a:pt x="297638" y="4075729"/>
                  </a:lnTo>
                  <a:lnTo>
                    <a:pt x="277553" y="4034898"/>
                  </a:lnTo>
                  <a:lnTo>
                    <a:pt x="258112" y="3993699"/>
                  </a:lnTo>
                  <a:lnTo>
                    <a:pt x="239322" y="3952137"/>
                  </a:lnTo>
                  <a:lnTo>
                    <a:pt x="221188" y="3910220"/>
                  </a:lnTo>
                  <a:lnTo>
                    <a:pt x="203717" y="3867955"/>
                  </a:lnTo>
                  <a:lnTo>
                    <a:pt x="186916" y="3825347"/>
                  </a:lnTo>
                  <a:lnTo>
                    <a:pt x="170791" y="3782403"/>
                  </a:lnTo>
                  <a:lnTo>
                    <a:pt x="155349" y="3739131"/>
                  </a:lnTo>
                  <a:lnTo>
                    <a:pt x="140597" y="3695535"/>
                  </a:lnTo>
                  <a:lnTo>
                    <a:pt x="126540" y="3651624"/>
                  </a:lnTo>
                  <a:lnTo>
                    <a:pt x="113186" y="3607403"/>
                  </a:lnTo>
                  <a:lnTo>
                    <a:pt x="100541" y="3562879"/>
                  </a:lnTo>
                  <a:lnTo>
                    <a:pt x="88612" y="3518058"/>
                  </a:lnTo>
                  <a:lnTo>
                    <a:pt x="77405" y="3472948"/>
                  </a:lnTo>
                  <a:lnTo>
                    <a:pt x="66926" y="3427555"/>
                  </a:lnTo>
                  <a:lnTo>
                    <a:pt x="57183" y="3381884"/>
                  </a:lnTo>
                  <a:lnTo>
                    <a:pt x="48182" y="3335944"/>
                  </a:lnTo>
                  <a:lnTo>
                    <a:pt x="39929" y="3289739"/>
                  </a:lnTo>
                  <a:lnTo>
                    <a:pt x="32430" y="3243278"/>
                  </a:lnTo>
                  <a:lnTo>
                    <a:pt x="25694" y="3196566"/>
                  </a:lnTo>
                  <a:lnTo>
                    <a:pt x="19725" y="3149610"/>
                  </a:lnTo>
                  <a:lnTo>
                    <a:pt x="14531" y="3102417"/>
                  </a:lnTo>
                  <a:lnTo>
                    <a:pt x="10118" y="3054993"/>
                  </a:lnTo>
                  <a:lnTo>
                    <a:pt x="6493" y="3007344"/>
                  </a:lnTo>
                  <a:lnTo>
                    <a:pt x="3662" y="2959477"/>
                  </a:lnTo>
                  <a:lnTo>
                    <a:pt x="1632" y="2911400"/>
                  </a:lnTo>
                  <a:lnTo>
                    <a:pt x="409" y="2863117"/>
                  </a:lnTo>
                  <a:lnTo>
                    <a:pt x="0" y="2814637"/>
                  </a:lnTo>
                  <a:lnTo>
                    <a:pt x="409" y="2766156"/>
                  </a:lnTo>
                  <a:lnTo>
                    <a:pt x="1632" y="2717874"/>
                  </a:lnTo>
                  <a:lnTo>
                    <a:pt x="3662" y="2669796"/>
                  </a:lnTo>
                  <a:lnTo>
                    <a:pt x="6493" y="2621929"/>
                  </a:lnTo>
                  <a:lnTo>
                    <a:pt x="10118" y="2574281"/>
                  </a:lnTo>
                  <a:lnTo>
                    <a:pt x="14531" y="2526856"/>
                  </a:lnTo>
                  <a:lnTo>
                    <a:pt x="19725" y="2479663"/>
                  </a:lnTo>
                  <a:lnTo>
                    <a:pt x="25694" y="2432707"/>
                  </a:lnTo>
                  <a:lnTo>
                    <a:pt x="32430" y="2385995"/>
                  </a:lnTo>
                  <a:lnTo>
                    <a:pt x="39929" y="2339534"/>
                  </a:lnTo>
                  <a:lnTo>
                    <a:pt x="48182" y="2293330"/>
                  </a:lnTo>
                  <a:lnTo>
                    <a:pt x="57183" y="2247389"/>
                  </a:lnTo>
                  <a:lnTo>
                    <a:pt x="66926" y="2201719"/>
                  </a:lnTo>
                  <a:lnTo>
                    <a:pt x="77405" y="2156325"/>
                  </a:lnTo>
                  <a:lnTo>
                    <a:pt x="88612" y="2111215"/>
                  </a:lnTo>
                  <a:lnTo>
                    <a:pt x="100541" y="2066395"/>
                  </a:lnTo>
                  <a:lnTo>
                    <a:pt x="113186" y="2021871"/>
                  </a:lnTo>
                  <a:lnTo>
                    <a:pt x="126540" y="1977650"/>
                  </a:lnTo>
                  <a:lnTo>
                    <a:pt x="140597" y="1933738"/>
                  </a:lnTo>
                  <a:lnTo>
                    <a:pt x="155349" y="1890143"/>
                  </a:lnTo>
                  <a:lnTo>
                    <a:pt x="170791" y="1846870"/>
                  </a:lnTo>
                  <a:lnTo>
                    <a:pt x="186916" y="1803926"/>
                  </a:lnTo>
                  <a:lnTo>
                    <a:pt x="203717" y="1761318"/>
                  </a:lnTo>
                  <a:lnTo>
                    <a:pt x="221188" y="1719053"/>
                  </a:lnTo>
                  <a:lnTo>
                    <a:pt x="239322" y="1677136"/>
                  </a:lnTo>
                  <a:lnTo>
                    <a:pt x="258112" y="1635575"/>
                  </a:lnTo>
                  <a:lnTo>
                    <a:pt x="277553" y="1594375"/>
                  </a:lnTo>
                  <a:lnTo>
                    <a:pt x="297638" y="1553544"/>
                  </a:lnTo>
                  <a:lnTo>
                    <a:pt x="318359" y="1513088"/>
                  </a:lnTo>
                  <a:lnTo>
                    <a:pt x="339711" y="1473013"/>
                  </a:lnTo>
                  <a:lnTo>
                    <a:pt x="361687" y="1433327"/>
                  </a:lnTo>
                  <a:lnTo>
                    <a:pt x="384280" y="1394035"/>
                  </a:lnTo>
                  <a:lnTo>
                    <a:pt x="407484" y="1355145"/>
                  </a:lnTo>
                  <a:lnTo>
                    <a:pt x="431292" y="1316662"/>
                  </a:lnTo>
                  <a:lnTo>
                    <a:pt x="455698" y="1278594"/>
                  </a:lnTo>
                  <a:lnTo>
                    <a:pt x="480695" y="1240946"/>
                  </a:lnTo>
                  <a:lnTo>
                    <a:pt x="506277" y="1203726"/>
                  </a:lnTo>
                  <a:lnTo>
                    <a:pt x="532437" y="1166940"/>
                  </a:lnTo>
                  <a:lnTo>
                    <a:pt x="559168" y="1130594"/>
                  </a:lnTo>
                  <a:lnTo>
                    <a:pt x="586464" y="1094696"/>
                  </a:lnTo>
                  <a:lnTo>
                    <a:pt x="614319" y="1059251"/>
                  </a:lnTo>
                  <a:lnTo>
                    <a:pt x="642726" y="1024266"/>
                  </a:lnTo>
                  <a:lnTo>
                    <a:pt x="671678" y="989748"/>
                  </a:lnTo>
                  <a:lnTo>
                    <a:pt x="701168" y="955703"/>
                  </a:lnTo>
                  <a:lnTo>
                    <a:pt x="731191" y="922138"/>
                  </a:lnTo>
                  <a:lnTo>
                    <a:pt x="761740" y="889060"/>
                  </a:lnTo>
                  <a:lnTo>
                    <a:pt x="792807" y="856474"/>
                  </a:lnTo>
                  <a:lnTo>
                    <a:pt x="824388" y="824388"/>
                  </a:lnTo>
                  <a:lnTo>
                    <a:pt x="856474" y="792807"/>
                  </a:lnTo>
                  <a:lnTo>
                    <a:pt x="889060" y="761740"/>
                  </a:lnTo>
                  <a:lnTo>
                    <a:pt x="922138" y="731191"/>
                  </a:lnTo>
                  <a:lnTo>
                    <a:pt x="955703" y="701168"/>
                  </a:lnTo>
                  <a:lnTo>
                    <a:pt x="989748" y="671678"/>
                  </a:lnTo>
                  <a:lnTo>
                    <a:pt x="1024266" y="642726"/>
                  </a:lnTo>
                  <a:lnTo>
                    <a:pt x="1059251" y="614319"/>
                  </a:lnTo>
                  <a:lnTo>
                    <a:pt x="1094696" y="586464"/>
                  </a:lnTo>
                  <a:lnTo>
                    <a:pt x="1130594" y="559168"/>
                  </a:lnTo>
                  <a:lnTo>
                    <a:pt x="1166940" y="532437"/>
                  </a:lnTo>
                  <a:lnTo>
                    <a:pt x="1203726" y="506277"/>
                  </a:lnTo>
                  <a:lnTo>
                    <a:pt x="1240946" y="480695"/>
                  </a:lnTo>
                  <a:lnTo>
                    <a:pt x="1278594" y="455698"/>
                  </a:lnTo>
                  <a:lnTo>
                    <a:pt x="1316662" y="431292"/>
                  </a:lnTo>
                  <a:lnTo>
                    <a:pt x="1355145" y="407484"/>
                  </a:lnTo>
                  <a:lnTo>
                    <a:pt x="1394035" y="384280"/>
                  </a:lnTo>
                  <a:lnTo>
                    <a:pt x="1433327" y="361687"/>
                  </a:lnTo>
                  <a:lnTo>
                    <a:pt x="1473013" y="339711"/>
                  </a:lnTo>
                  <a:lnTo>
                    <a:pt x="1513088" y="318359"/>
                  </a:lnTo>
                  <a:lnTo>
                    <a:pt x="1553544" y="297638"/>
                  </a:lnTo>
                  <a:lnTo>
                    <a:pt x="1594375" y="277553"/>
                  </a:lnTo>
                  <a:lnTo>
                    <a:pt x="1635575" y="258112"/>
                  </a:lnTo>
                  <a:lnTo>
                    <a:pt x="1677136" y="239322"/>
                  </a:lnTo>
                  <a:lnTo>
                    <a:pt x="1719053" y="221188"/>
                  </a:lnTo>
                  <a:lnTo>
                    <a:pt x="1761318" y="203717"/>
                  </a:lnTo>
                  <a:lnTo>
                    <a:pt x="1803926" y="186916"/>
                  </a:lnTo>
                  <a:lnTo>
                    <a:pt x="1846870" y="170791"/>
                  </a:lnTo>
                  <a:lnTo>
                    <a:pt x="1890143" y="155349"/>
                  </a:lnTo>
                  <a:lnTo>
                    <a:pt x="1933738" y="140597"/>
                  </a:lnTo>
                  <a:lnTo>
                    <a:pt x="1977650" y="126540"/>
                  </a:lnTo>
                  <a:lnTo>
                    <a:pt x="2021871" y="113186"/>
                  </a:lnTo>
                  <a:lnTo>
                    <a:pt x="2066395" y="100541"/>
                  </a:lnTo>
                  <a:lnTo>
                    <a:pt x="2111215" y="88612"/>
                  </a:lnTo>
                  <a:lnTo>
                    <a:pt x="2156325" y="77405"/>
                  </a:lnTo>
                  <a:lnTo>
                    <a:pt x="2201719" y="66926"/>
                  </a:lnTo>
                  <a:lnTo>
                    <a:pt x="2247389" y="57183"/>
                  </a:lnTo>
                  <a:lnTo>
                    <a:pt x="2293330" y="48182"/>
                  </a:lnTo>
                  <a:lnTo>
                    <a:pt x="2339534" y="39929"/>
                  </a:lnTo>
                  <a:lnTo>
                    <a:pt x="2385995" y="32430"/>
                  </a:lnTo>
                  <a:lnTo>
                    <a:pt x="2432707" y="25694"/>
                  </a:lnTo>
                  <a:lnTo>
                    <a:pt x="2479663" y="19725"/>
                  </a:lnTo>
                  <a:lnTo>
                    <a:pt x="2526856" y="14531"/>
                  </a:lnTo>
                  <a:lnTo>
                    <a:pt x="2574281" y="10118"/>
                  </a:lnTo>
                  <a:lnTo>
                    <a:pt x="2621929" y="6493"/>
                  </a:lnTo>
                  <a:lnTo>
                    <a:pt x="2669796" y="3662"/>
                  </a:lnTo>
                  <a:lnTo>
                    <a:pt x="2717874" y="1632"/>
                  </a:lnTo>
                  <a:lnTo>
                    <a:pt x="2766156" y="409"/>
                  </a:lnTo>
                  <a:lnTo>
                    <a:pt x="2814637" y="0"/>
                  </a:lnTo>
                  <a:lnTo>
                    <a:pt x="2863117" y="409"/>
                  </a:lnTo>
                  <a:lnTo>
                    <a:pt x="2911400" y="1632"/>
                  </a:lnTo>
                  <a:lnTo>
                    <a:pt x="2959477" y="3662"/>
                  </a:lnTo>
                  <a:lnTo>
                    <a:pt x="3007344" y="6493"/>
                  </a:lnTo>
                  <a:lnTo>
                    <a:pt x="3054993" y="10118"/>
                  </a:lnTo>
                  <a:lnTo>
                    <a:pt x="3102417" y="14531"/>
                  </a:lnTo>
                  <a:lnTo>
                    <a:pt x="3149610" y="19725"/>
                  </a:lnTo>
                  <a:lnTo>
                    <a:pt x="3196566" y="25694"/>
                  </a:lnTo>
                  <a:lnTo>
                    <a:pt x="3243278" y="32430"/>
                  </a:lnTo>
                  <a:lnTo>
                    <a:pt x="3289739" y="39929"/>
                  </a:lnTo>
                  <a:lnTo>
                    <a:pt x="3335944" y="48182"/>
                  </a:lnTo>
                  <a:lnTo>
                    <a:pt x="3381884" y="57183"/>
                  </a:lnTo>
                  <a:lnTo>
                    <a:pt x="3427555" y="66926"/>
                  </a:lnTo>
                  <a:lnTo>
                    <a:pt x="3472948" y="77405"/>
                  </a:lnTo>
                  <a:lnTo>
                    <a:pt x="3518058" y="88612"/>
                  </a:lnTo>
                  <a:lnTo>
                    <a:pt x="3562879" y="100541"/>
                  </a:lnTo>
                  <a:lnTo>
                    <a:pt x="3607403" y="113186"/>
                  </a:lnTo>
                  <a:lnTo>
                    <a:pt x="3651624" y="126540"/>
                  </a:lnTo>
                  <a:lnTo>
                    <a:pt x="3695535" y="140597"/>
                  </a:lnTo>
                  <a:lnTo>
                    <a:pt x="3739131" y="155349"/>
                  </a:lnTo>
                  <a:lnTo>
                    <a:pt x="3782403" y="170791"/>
                  </a:lnTo>
                  <a:lnTo>
                    <a:pt x="3825347" y="186916"/>
                  </a:lnTo>
                  <a:lnTo>
                    <a:pt x="3867955" y="203717"/>
                  </a:lnTo>
                  <a:lnTo>
                    <a:pt x="3910220" y="221188"/>
                  </a:lnTo>
                  <a:lnTo>
                    <a:pt x="3952137" y="239322"/>
                  </a:lnTo>
                  <a:lnTo>
                    <a:pt x="3993699" y="258112"/>
                  </a:lnTo>
                  <a:lnTo>
                    <a:pt x="4034898" y="277553"/>
                  </a:lnTo>
                  <a:lnTo>
                    <a:pt x="4075729" y="297638"/>
                  </a:lnTo>
                  <a:lnTo>
                    <a:pt x="4116185" y="318359"/>
                  </a:lnTo>
                  <a:lnTo>
                    <a:pt x="4156260" y="339711"/>
                  </a:lnTo>
                  <a:lnTo>
                    <a:pt x="4195946" y="361687"/>
                  </a:lnTo>
                  <a:lnTo>
                    <a:pt x="4235238" y="384280"/>
                  </a:lnTo>
                  <a:lnTo>
                    <a:pt x="4274128" y="407484"/>
                  </a:lnTo>
                  <a:lnTo>
                    <a:pt x="4312611" y="431292"/>
                  </a:lnTo>
                  <a:lnTo>
                    <a:pt x="4350680" y="455698"/>
                  </a:lnTo>
                  <a:lnTo>
                    <a:pt x="4388327" y="480695"/>
                  </a:lnTo>
                  <a:lnTo>
                    <a:pt x="4425547" y="506277"/>
                  </a:lnTo>
                  <a:lnTo>
                    <a:pt x="4462333" y="532437"/>
                  </a:lnTo>
                  <a:lnTo>
                    <a:pt x="4498679" y="559168"/>
                  </a:lnTo>
                  <a:lnTo>
                    <a:pt x="4534578" y="586464"/>
                  </a:lnTo>
                  <a:lnTo>
                    <a:pt x="4570022" y="614319"/>
                  </a:lnTo>
                  <a:lnTo>
                    <a:pt x="4605007" y="642726"/>
                  </a:lnTo>
                  <a:lnTo>
                    <a:pt x="4639525" y="671678"/>
                  </a:lnTo>
                  <a:lnTo>
                    <a:pt x="4673570" y="701168"/>
                  </a:lnTo>
                  <a:lnTo>
                    <a:pt x="4707135" y="731191"/>
                  </a:lnTo>
                  <a:lnTo>
                    <a:pt x="4740214" y="761740"/>
                  </a:lnTo>
                  <a:lnTo>
                    <a:pt x="4772799" y="792807"/>
                  </a:lnTo>
                  <a:lnTo>
                    <a:pt x="4804886" y="824388"/>
                  </a:lnTo>
                  <a:lnTo>
                    <a:pt x="4836466" y="856474"/>
                  </a:lnTo>
                  <a:lnTo>
                    <a:pt x="4867534" y="889060"/>
                  </a:lnTo>
                  <a:lnTo>
                    <a:pt x="4898082" y="922138"/>
                  </a:lnTo>
                  <a:lnTo>
                    <a:pt x="4928105" y="955703"/>
                  </a:lnTo>
                  <a:lnTo>
                    <a:pt x="4957596" y="989748"/>
                  </a:lnTo>
                  <a:lnTo>
                    <a:pt x="4986548" y="1024266"/>
                  </a:lnTo>
                  <a:lnTo>
                    <a:pt x="5014954" y="1059251"/>
                  </a:lnTo>
                  <a:lnTo>
                    <a:pt x="5042809" y="1094696"/>
                  </a:lnTo>
                  <a:lnTo>
                    <a:pt x="5070105" y="1130594"/>
                  </a:lnTo>
                  <a:lnTo>
                    <a:pt x="5096836" y="1166940"/>
                  </a:lnTo>
                  <a:lnTo>
                    <a:pt x="5122996" y="1203726"/>
                  </a:lnTo>
                  <a:lnTo>
                    <a:pt x="5148578" y="1240946"/>
                  </a:lnTo>
                  <a:lnTo>
                    <a:pt x="5173575" y="1278594"/>
                  </a:lnTo>
                  <a:lnTo>
                    <a:pt x="5197981" y="1316662"/>
                  </a:lnTo>
                  <a:lnTo>
                    <a:pt x="5221789" y="1355145"/>
                  </a:lnTo>
                  <a:lnTo>
                    <a:pt x="5244993" y="1394035"/>
                  </a:lnTo>
                  <a:lnTo>
                    <a:pt x="5267586" y="1433327"/>
                  </a:lnTo>
                  <a:lnTo>
                    <a:pt x="5289562" y="1473013"/>
                  </a:lnTo>
                  <a:lnTo>
                    <a:pt x="5310914" y="1513088"/>
                  </a:lnTo>
                  <a:lnTo>
                    <a:pt x="5331636" y="1553544"/>
                  </a:lnTo>
                  <a:lnTo>
                    <a:pt x="5351720" y="1594375"/>
                  </a:lnTo>
                  <a:lnTo>
                    <a:pt x="5371161" y="1635575"/>
                  </a:lnTo>
                  <a:lnTo>
                    <a:pt x="5389952" y="1677136"/>
                  </a:lnTo>
                  <a:lnTo>
                    <a:pt x="5408086" y="1719053"/>
                  </a:lnTo>
                  <a:lnTo>
                    <a:pt x="5425556" y="1761318"/>
                  </a:lnTo>
                  <a:lnTo>
                    <a:pt x="5442358" y="1803926"/>
                  </a:lnTo>
                  <a:lnTo>
                    <a:pt x="5458482" y="1846870"/>
                  </a:lnTo>
                  <a:lnTo>
                    <a:pt x="5473924" y="1890143"/>
                  </a:lnTo>
                  <a:lnTo>
                    <a:pt x="5488677" y="1933738"/>
                  </a:lnTo>
                  <a:lnTo>
                    <a:pt x="5502733" y="1977650"/>
                  </a:lnTo>
                  <a:lnTo>
                    <a:pt x="5516087" y="2021871"/>
                  </a:lnTo>
                  <a:lnTo>
                    <a:pt x="5528732" y="2066395"/>
                  </a:lnTo>
                  <a:lnTo>
                    <a:pt x="5540662" y="2111215"/>
                  </a:lnTo>
                  <a:lnTo>
                    <a:pt x="5551869" y="2156325"/>
                  </a:lnTo>
                  <a:lnTo>
                    <a:pt x="5562347" y="2201719"/>
                  </a:lnTo>
                  <a:lnTo>
                    <a:pt x="5572090" y="2247389"/>
                  </a:lnTo>
                  <a:lnTo>
                    <a:pt x="5581092" y="2293330"/>
                  </a:lnTo>
                  <a:lnTo>
                    <a:pt x="5589345" y="2339534"/>
                  </a:lnTo>
                  <a:lnTo>
                    <a:pt x="5596843" y="2385995"/>
                  </a:lnTo>
                  <a:lnTo>
                    <a:pt x="5603579" y="2432707"/>
                  </a:lnTo>
                  <a:lnTo>
                    <a:pt x="5609548" y="2479663"/>
                  </a:lnTo>
                  <a:lnTo>
                    <a:pt x="5614742" y="2526856"/>
                  </a:lnTo>
                  <a:lnTo>
                    <a:pt x="5619155" y="2574281"/>
                  </a:lnTo>
                  <a:lnTo>
                    <a:pt x="5622780" y="2621929"/>
                  </a:lnTo>
                  <a:lnTo>
                    <a:pt x="5625611" y="2669796"/>
                  </a:lnTo>
                  <a:lnTo>
                    <a:pt x="5627642" y="2717874"/>
                  </a:lnTo>
                  <a:lnTo>
                    <a:pt x="5628865" y="2766156"/>
                  </a:lnTo>
                  <a:lnTo>
                    <a:pt x="5629274" y="2814637"/>
                  </a:lnTo>
                  <a:lnTo>
                    <a:pt x="5628865" y="2863117"/>
                  </a:lnTo>
                  <a:lnTo>
                    <a:pt x="5627642" y="2911400"/>
                  </a:lnTo>
                  <a:lnTo>
                    <a:pt x="5625611" y="2959477"/>
                  </a:lnTo>
                  <a:lnTo>
                    <a:pt x="5622780" y="3007344"/>
                  </a:lnTo>
                  <a:lnTo>
                    <a:pt x="5619155" y="3054993"/>
                  </a:lnTo>
                  <a:lnTo>
                    <a:pt x="5614742" y="3102417"/>
                  </a:lnTo>
                  <a:lnTo>
                    <a:pt x="5609548" y="3149610"/>
                  </a:lnTo>
                  <a:lnTo>
                    <a:pt x="5603579" y="3196566"/>
                  </a:lnTo>
                  <a:lnTo>
                    <a:pt x="5596843" y="3243278"/>
                  </a:lnTo>
                  <a:lnTo>
                    <a:pt x="5589345" y="3289739"/>
                  </a:lnTo>
                  <a:lnTo>
                    <a:pt x="5581092" y="3335944"/>
                  </a:lnTo>
                  <a:lnTo>
                    <a:pt x="5572090" y="3381884"/>
                  </a:lnTo>
                  <a:lnTo>
                    <a:pt x="5562347" y="3427555"/>
                  </a:lnTo>
                  <a:lnTo>
                    <a:pt x="5551869" y="3472948"/>
                  </a:lnTo>
                  <a:lnTo>
                    <a:pt x="5540662" y="3518058"/>
                  </a:lnTo>
                  <a:lnTo>
                    <a:pt x="5528732" y="3562879"/>
                  </a:lnTo>
                  <a:lnTo>
                    <a:pt x="5516087" y="3607403"/>
                  </a:lnTo>
                  <a:lnTo>
                    <a:pt x="5502733" y="3651624"/>
                  </a:lnTo>
                  <a:lnTo>
                    <a:pt x="5488677" y="3695535"/>
                  </a:lnTo>
                  <a:lnTo>
                    <a:pt x="5473924" y="3739131"/>
                  </a:lnTo>
                  <a:lnTo>
                    <a:pt x="5458482" y="3782403"/>
                  </a:lnTo>
                  <a:lnTo>
                    <a:pt x="5442358" y="3825347"/>
                  </a:lnTo>
                  <a:lnTo>
                    <a:pt x="5425556" y="3867955"/>
                  </a:lnTo>
                  <a:lnTo>
                    <a:pt x="5408086" y="3910220"/>
                  </a:lnTo>
                  <a:lnTo>
                    <a:pt x="5389952" y="3952137"/>
                  </a:lnTo>
                  <a:lnTo>
                    <a:pt x="5371161" y="3993699"/>
                  </a:lnTo>
                  <a:lnTo>
                    <a:pt x="5351720" y="4034898"/>
                  </a:lnTo>
                  <a:lnTo>
                    <a:pt x="5331636" y="4075729"/>
                  </a:lnTo>
                  <a:lnTo>
                    <a:pt x="5310914" y="4116185"/>
                  </a:lnTo>
                  <a:lnTo>
                    <a:pt x="5289562" y="4156260"/>
                  </a:lnTo>
                  <a:lnTo>
                    <a:pt x="5267586" y="4195946"/>
                  </a:lnTo>
                  <a:lnTo>
                    <a:pt x="5244993" y="4235238"/>
                  </a:lnTo>
                  <a:lnTo>
                    <a:pt x="5221789" y="4274128"/>
                  </a:lnTo>
                  <a:lnTo>
                    <a:pt x="5197981" y="4312611"/>
                  </a:lnTo>
                  <a:lnTo>
                    <a:pt x="5173575" y="4350680"/>
                  </a:lnTo>
                  <a:lnTo>
                    <a:pt x="5148578" y="4388327"/>
                  </a:lnTo>
                  <a:lnTo>
                    <a:pt x="5122996" y="4425547"/>
                  </a:lnTo>
                  <a:lnTo>
                    <a:pt x="5096836" y="4462333"/>
                  </a:lnTo>
                  <a:lnTo>
                    <a:pt x="5070105" y="4498679"/>
                  </a:lnTo>
                  <a:lnTo>
                    <a:pt x="5042809" y="4534578"/>
                  </a:lnTo>
                  <a:lnTo>
                    <a:pt x="5014954" y="4570022"/>
                  </a:lnTo>
                  <a:lnTo>
                    <a:pt x="4986548" y="4605007"/>
                  </a:lnTo>
                  <a:lnTo>
                    <a:pt x="4957596" y="4639525"/>
                  </a:lnTo>
                  <a:lnTo>
                    <a:pt x="4928105" y="4673570"/>
                  </a:lnTo>
                  <a:lnTo>
                    <a:pt x="4898082" y="4707135"/>
                  </a:lnTo>
                  <a:lnTo>
                    <a:pt x="4867534" y="4740214"/>
                  </a:lnTo>
                  <a:lnTo>
                    <a:pt x="4836466" y="4772799"/>
                  </a:lnTo>
                  <a:lnTo>
                    <a:pt x="4804886" y="4804886"/>
                  </a:lnTo>
                  <a:lnTo>
                    <a:pt x="4772799" y="4836466"/>
                  </a:lnTo>
                  <a:lnTo>
                    <a:pt x="4740214" y="4867534"/>
                  </a:lnTo>
                  <a:lnTo>
                    <a:pt x="4707135" y="4898082"/>
                  </a:lnTo>
                  <a:lnTo>
                    <a:pt x="4673570" y="4928105"/>
                  </a:lnTo>
                  <a:lnTo>
                    <a:pt x="4639525" y="4957596"/>
                  </a:lnTo>
                  <a:lnTo>
                    <a:pt x="4605007" y="4986548"/>
                  </a:lnTo>
                  <a:lnTo>
                    <a:pt x="4570022" y="5014954"/>
                  </a:lnTo>
                  <a:lnTo>
                    <a:pt x="4534578" y="5042809"/>
                  </a:lnTo>
                  <a:lnTo>
                    <a:pt x="4498679" y="5070105"/>
                  </a:lnTo>
                  <a:lnTo>
                    <a:pt x="4462333" y="5096836"/>
                  </a:lnTo>
                  <a:lnTo>
                    <a:pt x="4425547" y="5122996"/>
                  </a:lnTo>
                  <a:lnTo>
                    <a:pt x="4388327" y="5148578"/>
                  </a:lnTo>
                  <a:lnTo>
                    <a:pt x="4350680" y="5173575"/>
                  </a:lnTo>
                  <a:lnTo>
                    <a:pt x="4312611" y="5197981"/>
                  </a:lnTo>
                  <a:lnTo>
                    <a:pt x="4274128" y="5221789"/>
                  </a:lnTo>
                  <a:lnTo>
                    <a:pt x="4235238" y="5244993"/>
                  </a:lnTo>
                  <a:lnTo>
                    <a:pt x="4195946" y="5267586"/>
                  </a:lnTo>
                  <a:lnTo>
                    <a:pt x="4156260" y="5289562"/>
                  </a:lnTo>
                  <a:lnTo>
                    <a:pt x="4116185" y="5310914"/>
                  </a:lnTo>
                  <a:lnTo>
                    <a:pt x="4075729" y="5331636"/>
                  </a:lnTo>
                  <a:lnTo>
                    <a:pt x="4034898" y="5351720"/>
                  </a:lnTo>
                  <a:lnTo>
                    <a:pt x="3993699" y="5371161"/>
                  </a:lnTo>
                  <a:lnTo>
                    <a:pt x="3952137" y="5389952"/>
                  </a:lnTo>
                  <a:lnTo>
                    <a:pt x="3910220" y="5408086"/>
                  </a:lnTo>
                  <a:lnTo>
                    <a:pt x="3867955" y="5425556"/>
                  </a:lnTo>
                  <a:lnTo>
                    <a:pt x="3825347" y="5442358"/>
                  </a:lnTo>
                  <a:lnTo>
                    <a:pt x="3782403" y="5458482"/>
                  </a:lnTo>
                  <a:lnTo>
                    <a:pt x="3739131" y="5473924"/>
                  </a:lnTo>
                  <a:lnTo>
                    <a:pt x="3695535" y="5488677"/>
                  </a:lnTo>
                  <a:lnTo>
                    <a:pt x="3651624" y="5502733"/>
                  </a:lnTo>
                  <a:lnTo>
                    <a:pt x="3607403" y="5516087"/>
                  </a:lnTo>
                  <a:lnTo>
                    <a:pt x="3562879" y="5528732"/>
                  </a:lnTo>
                  <a:lnTo>
                    <a:pt x="3518058" y="5540662"/>
                  </a:lnTo>
                  <a:lnTo>
                    <a:pt x="3472948" y="5551869"/>
                  </a:lnTo>
                  <a:lnTo>
                    <a:pt x="3427555" y="5562347"/>
                  </a:lnTo>
                  <a:lnTo>
                    <a:pt x="3381884" y="5572090"/>
                  </a:lnTo>
                  <a:lnTo>
                    <a:pt x="3335944" y="5581092"/>
                  </a:lnTo>
                  <a:lnTo>
                    <a:pt x="3289739" y="5589345"/>
                  </a:lnTo>
                  <a:lnTo>
                    <a:pt x="3243278" y="5596843"/>
                  </a:lnTo>
                  <a:lnTo>
                    <a:pt x="3196566" y="5603579"/>
                  </a:lnTo>
                  <a:lnTo>
                    <a:pt x="3149610" y="5609548"/>
                  </a:lnTo>
                  <a:lnTo>
                    <a:pt x="3102417" y="5614742"/>
                  </a:lnTo>
                  <a:lnTo>
                    <a:pt x="3054993" y="5619155"/>
                  </a:lnTo>
                  <a:lnTo>
                    <a:pt x="3007344" y="5622780"/>
                  </a:lnTo>
                  <a:lnTo>
                    <a:pt x="2959477" y="5625611"/>
                  </a:lnTo>
                  <a:lnTo>
                    <a:pt x="2911400" y="5627642"/>
                  </a:lnTo>
                  <a:lnTo>
                    <a:pt x="2863117" y="5628865"/>
                  </a:lnTo>
                  <a:lnTo>
                    <a:pt x="2814637" y="5629274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/>
            <p:cNvSpPr/>
            <p:nvPr/>
          </p:nvSpPr>
          <p:spPr>
            <a:xfrm>
              <a:off x="12101233" y="3072815"/>
              <a:ext cx="5158105" cy="4141470"/>
            </a:xfrm>
            <a:custGeom>
              <a:avLst/>
              <a:gdLst/>
              <a:ahLst/>
              <a:cxnLst/>
              <a:rect l="l" t="t" r="r" b="b"/>
              <a:pathLst>
                <a:path w="5158105" h="4141470">
                  <a:moveTo>
                    <a:pt x="5158029" y="3117875"/>
                  </a:moveTo>
                  <a:lnTo>
                    <a:pt x="0" y="3117875"/>
                  </a:lnTo>
                  <a:lnTo>
                    <a:pt x="0" y="3363455"/>
                  </a:lnTo>
                  <a:lnTo>
                    <a:pt x="4775" y="3410813"/>
                  </a:lnTo>
                  <a:lnTo>
                    <a:pt x="18478" y="3454933"/>
                  </a:lnTo>
                  <a:lnTo>
                    <a:pt x="40157" y="3494862"/>
                  </a:lnTo>
                  <a:lnTo>
                    <a:pt x="68859" y="3529647"/>
                  </a:lnTo>
                  <a:lnTo>
                    <a:pt x="103657" y="3558349"/>
                  </a:lnTo>
                  <a:lnTo>
                    <a:pt x="143586" y="3580028"/>
                  </a:lnTo>
                  <a:lnTo>
                    <a:pt x="187718" y="3593719"/>
                  </a:lnTo>
                  <a:lnTo>
                    <a:pt x="235102" y="3598494"/>
                  </a:lnTo>
                  <a:lnTo>
                    <a:pt x="1991283" y="3598494"/>
                  </a:lnTo>
                  <a:lnTo>
                    <a:pt x="1988400" y="3640188"/>
                  </a:lnTo>
                  <a:lnTo>
                    <a:pt x="1980755" y="3739921"/>
                  </a:lnTo>
                  <a:lnTo>
                    <a:pt x="1969820" y="3859720"/>
                  </a:lnTo>
                  <a:lnTo>
                    <a:pt x="1957070" y="3961587"/>
                  </a:lnTo>
                  <a:lnTo>
                    <a:pt x="1941423" y="4014190"/>
                  </a:lnTo>
                  <a:lnTo>
                    <a:pt x="1916531" y="4051655"/>
                  </a:lnTo>
                  <a:lnTo>
                    <a:pt x="1884807" y="4076776"/>
                  </a:lnTo>
                  <a:lnTo>
                    <a:pt x="1848650" y="4092346"/>
                  </a:lnTo>
                  <a:lnTo>
                    <a:pt x="1810448" y="4101160"/>
                  </a:lnTo>
                  <a:lnTo>
                    <a:pt x="1772589" y="4106011"/>
                  </a:lnTo>
                  <a:lnTo>
                    <a:pt x="1737499" y="4109694"/>
                  </a:lnTo>
                  <a:lnTo>
                    <a:pt x="1707540" y="4115003"/>
                  </a:lnTo>
                  <a:lnTo>
                    <a:pt x="1685137" y="4124718"/>
                  </a:lnTo>
                  <a:lnTo>
                    <a:pt x="1681759" y="4129544"/>
                  </a:lnTo>
                  <a:lnTo>
                    <a:pt x="1681848" y="4135031"/>
                  </a:lnTo>
                  <a:lnTo>
                    <a:pt x="1684883" y="4139527"/>
                  </a:lnTo>
                  <a:lnTo>
                    <a:pt x="1690395" y="4141381"/>
                  </a:lnTo>
                  <a:lnTo>
                    <a:pt x="3465880" y="4141381"/>
                  </a:lnTo>
                  <a:lnTo>
                    <a:pt x="3471392" y="4139527"/>
                  </a:lnTo>
                  <a:lnTo>
                    <a:pt x="3474428" y="4135031"/>
                  </a:lnTo>
                  <a:lnTo>
                    <a:pt x="3474516" y="4129544"/>
                  </a:lnTo>
                  <a:lnTo>
                    <a:pt x="3471138" y="4124718"/>
                  </a:lnTo>
                  <a:lnTo>
                    <a:pt x="3448735" y="4115003"/>
                  </a:lnTo>
                  <a:lnTo>
                    <a:pt x="3418776" y="4109694"/>
                  </a:lnTo>
                  <a:lnTo>
                    <a:pt x="3383686" y="4106011"/>
                  </a:lnTo>
                  <a:lnTo>
                    <a:pt x="3345827" y="4101160"/>
                  </a:lnTo>
                  <a:lnTo>
                    <a:pt x="3307626" y="4092346"/>
                  </a:lnTo>
                  <a:lnTo>
                    <a:pt x="3271456" y="4076776"/>
                  </a:lnTo>
                  <a:lnTo>
                    <a:pt x="3239744" y="4051655"/>
                  </a:lnTo>
                  <a:lnTo>
                    <a:pt x="3214852" y="4014190"/>
                  </a:lnTo>
                  <a:lnTo>
                    <a:pt x="3199206" y="3961587"/>
                  </a:lnTo>
                  <a:lnTo>
                    <a:pt x="3186455" y="3859720"/>
                  </a:lnTo>
                  <a:lnTo>
                    <a:pt x="3175520" y="3739921"/>
                  </a:lnTo>
                  <a:lnTo>
                    <a:pt x="3167875" y="3640188"/>
                  </a:lnTo>
                  <a:lnTo>
                    <a:pt x="3164992" y="3598494"/>
                  </a:lnTo>
                  <a:lnTo>
                    <a:pt x="4922926" y="3598494"/>
                  </a:lnTo>
                  <a:lnTo>
                    <a:pt x="4970310" y="3593719"/>
                  </a:lnTo>
                  <a:lnTo>
                    <a:pt x="5014442" y="3580028"/>
                  </a:lnTo>
                  <a:lnTo>
                    <a:pt x="5054371" y="3558349"/>
                  </a:lnTo>
                  <a:lnTo>
                    <a:pt x="5089169" y="3529647"/>
                  </a:lnTo>
                  <a:lnTo>
                    <a:pt x="5117871" y="3494862"/>
                  </a:lnTo>
                  <a:lnTo>
                    <a:pt x="5139550" y="3454933"/>
                  </a:lnTo>
                  <a:lnTo>
                    <a:pt x="5153253" y="3410813"/>
                  </a:lnTo>
                  <a:lnTo>
                    <a:pt x="5158029" y="3363455"/>
                  </a:lnTo>
                  <a:lnTo>
                    <a:pt x="5158029" y="3117875"/>
                  </a:lnTo>
                  <a:close/>
                </a:path>
                <a:path w="5158105" h="4141470">
                  <a:moveTo>
                    <a:pt x="5158029" y="235051"/>
                  </a:moveTo>
                  <a:lnTo>
                    <a:pt x="5153253" y="187680"/>
                  </a:lnTo>
                  <a:lnTo>
                    <a:pt x="5139550" y="143560"/>
                  </a:lnTo>
                  <a:lnTo>
                    <a:pt x="5117871" y="103632"/>
                  </a:lnTo>
                  <a:lnTo>
                    <a:pt x="5089169" y="68846"/>
                  </a:lnTo>
                  <a:lnTo>
                    <a:pt x="5054371" y="40144"/>
                  </a:lnTo>
                  <a:lnTo>
                    <a:pt x="5014442" y="18478"/>
                  </a:lnTo>
                  <a:lnTo>
                    <a:pt x="4970310" y="4775"/>
                  </a:lnTo>
                  <a:lnTo>
                    <a:pt x="4933454" y="1066"/>
                  </a:lnTo>
                  <a:lnTo>
                    <a:pt x="4933454" y="243814"/>
                  </a:lnTo>
                  <a:lnTo>
                    <a:pt x="4933454" y="2892475"/>
                  </a:lnTo>
                  <a:lnTo>
                    <a:pt x="217551" y="2892475"/>
                  </a:lnTo>
                  <a:lnTo>
                    <a:pt x="217551" y="243814"/>
                  </a:lnTo>
                  <a:lnTo>
                    <a:pt x="4933454" y="243814"/>
                  </a:lnTo>
                  <a:lnTo>
                    <a:pt x="4933454" y="1066"/>
                  </a:lnTo>
                  <a:lnTo>
                    <a:pt x="4922939" y="0"/>
                  </a:lnTo>
                  <a:lnTo>
                    <a:pt x="235102" y="0"/>
                  </a:lnTo>
                  <a:lnTo>
                    <a:pt x="187718" y="4775"/>
                  </a:lnTo>
                  <a:lnTo>
                    <a:pt x="143586" y="18478"/>
                  </a:lnTo>
                  <a:lnTo>
                    <a:pt x="103657" y="40144"/>
                  </a:lnTo>
                  <a:lnTo>
                    <a:pt x="68859" y="68846"/>
                  </a:lnTo>
                  <a:lnTo>
                    <a:pt x="40157" y="103632"/>
                  </a:lnTo>
                  <a:lnTo>
                    <a:pt x="18478" y="143560"/>
                  </a:lnTo>
                  <a:lnTo>
                    <a:pt x="4775" y="187680"/>
                  </a:lnTo>
                  <a:lnTo>
                    <a:pt x="0" y="235051"/>
                  </a:lnTo>
                  <a:lnTo>
                    <a:pt x="0" y="3116999"/>
                  </a:lnTo>
                  <a:lnTo>
                    <a:pt x="5158029" y="3116999"/>
                  </a:lnTo>
                  <a:lnTo>
                    <a:pt x="5158029" y="2892475"/>
                  </a:lnTo>
                  <a:lnTo>
                    <a:pt x="5158029" y="243814"/>
                  </a:lnTo>
                  <a:lnTo>
                    <a:pt x="5158029" y="235051"/>
                  </a:lnTo>
                  <a:close/>
                </a:path>
              </a:pathLst>
            </a:custGeom>
            <a:solidFill>
              <a:srgbClr val="1A2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18761" y="3316678"/>
              <a:ext cx="4715968" cy="2649223"/>
            </a:xfrm>
            <a:prstGeom prst="rect">
              <a:avLst/>
            </a:prstGeom>
          </p:spPr>
        </p:pic>
      </p:grpSp>
      <p:sp>
        <p:nvSpPr>
          <p:cNvPr id="13" name="object 9"/>
          <p:cNvSpPr/>
          <p:nvPr/>
        </p:nvSpPr>
        <p:spPr>
          <a:xfrm>
            <a:off x="0" y="0"/>
            <a:ext cx="1404620" cy="2204085"/>
          </a:xfrm>
          <a:custGeom>
            <a:avLst/>
            <a:gdLst/>
            <a:ahLst/>
            <a:cxnLst/>
            <a:rect l="l" t="t" r="r" b="b"/>
            <a:pathLst>
              <a:path w="1404620" h="2204085">
                <a:moveTo>
                  <a:pt x="0" y="2203819"/>
                </a:moveTo>
                <a:lnTo>
                  <a:pt x="0" y="0"/>
                </a:lnTo>
                <a:lnTo>
                  <a:pt x="1404377" y="0"/>
                </a:lnTo>
                <a:lnTo>
                  <a:pt x="1400756" y="39315"/>
                </a:lnTo>
                <a:lnTo>
                  <a:pt x="1395642" y="86274"/>
                </a:lnTo>
                <a:lnTo>
                  <a:pt x="1389764" y="133001"/>
                </a:lnTo>
                <a:lnTo>
                  <a:pt x="1383130" y="179487"/>
                </a:lnTo>
                <a:lnTo>
                  <a:pt x="1375745" y="225728"/>
                </a:lnTo>
                <a:lnTo>
                  <a:pt x="1367617" y="271716"/>
                </a:lnTo>
                <a:lnTo>
                  <a:pt x="1358751" y="317445"/>
                </a:lnTo>
                <a:lnTo>
                  <a:pt x="1349154" y="362909"/>
                </a:lnTo>
                <a:lnTo>
                  <a:pt x="1338832" y="408101"/>
                </a:lnTo>
                <a:lnTo>
                  <a:pt x="1327792" y="453015"/>
                </a:lnTo>
                <a:lnTo>
                  <a:pt x="1316040" y="497645"/>
                </a:lnTo>
                <a:lnTo>
                  <a:pt x="1303583" y="541985"/>
                </a:lnTo>
                <a:lnTo>
                  <a:pt x="1290426" y="586027"/>
                </a:lnTo>
                <a:lnTo>
                  <a:pt x="1276576" y="629765"/>
                </a:lnTo>
                <a:lnTo>
                  <a:pt x="1262041" y="673194"/>
                </a:lnTo>
                <a:lnTo>
                  <a:pt x="1246825" y="716307"/>
                </a:lnTo>
                <a:lnTo>
                  <a:pt x="1230935" y="759096"/>
                </a:lnTo>
                <a:lnTo>
                  <a:pt x="1214378" y="801557"/>
                </a:lnTo>
                <a:lnTo>
                  <a:pt x="1197161" y="843682"/>
                </a:lnTo>
                <a:lnTo>
                  <a:pt x="1179288" y="885466"/>
                </a:lnTo>
                <a:lnTo>
                  <a:pt x="1160768" y="926901"/>
                </a:lnTo>
                <a:lnTo>
                  <a:pt x="1141606" y="967982"/>
                </a:lnTo>
                <a:lnTo>
                  <a:pt x="1121809" y="1008702"/>
                </a:lnTo>
                <a:lnTo>
                  <a:pt x="1101382" y="1049054"/>
                </a:lnTo>
                <a:lnTo>
                  <a:pt x="1080333" y="1089033"/>
                </a:lnTo>
                <a:lnTo>
                  <a:pt x="1058668" y="1128632"/>
                </a:lnTo>
                <a:lnTo>
                  <a:pt x="1036393" y="1167844"/>
                </a:lnTo>
                <a:lnTo>
                  <a:pt x="1013514" y="1206664"/>
                </a:lnTo>
                <a:lnTo>
                  <a:pt x="990039" y="1245084"/>
                </a:lnTo>
                <a:lnTo>
                  <a:pt x="965973" y="1283098"/>
                </a:lnTo>
                <a:lnTo>
                  <a:pt x="941322" y="1320701"/>
                </a:lnTo>
                <a:lnTo>
                  <a:pt x="916094" y="1357885"/>
                </a:lnTo>
                <a:lnTo>
                  <a:pt x="890293" y="1394644"/>
                </a:lnTo>
                <a:lnTo>
                  <a:pt x="863928" y="1430973"/>
                </a:lnTo>
                <a:lnTo>
                  <a:pt x="837004" y="1466863"/>
                </a:lnTo>
                <a:lnTo>
                  <a:pt x="809528" y="1502310"/>
                </a:lnTo>
                <a:lnTo>
                  <a:pt x="781506" y="1537307"/>
                </a:lnTo>
                <a:lnTo>
                  <a:pt x="752944" y="1571846"/>
                </a:lnTo>
                <a:lnTo>
                  <a:pt x="723848" y="1605923"/>
                </a:lnTo>
                <a:lnTo>
                  <a:pt x="694226" y="1639531"/>
                </a:lnTo>
                <a:lnTo>
                  <a:pt x="664084" y="1672662"/>
                </a:lnTo>
                <a:lnTo>
                  <a:pt x="633427" y="1705311"/>
                </a:lnTo>
                <a:lnTo>
                  <a:pt x="602262" y="1737472"/>
                </a:lnTo>
                <a:lnTo>
                  <a:pt x="570597" y="1769138"/>
                </a:lnTo>
                <a:lnTo>
                  <a:pt x="538436" y="1800302"/>
                </a:lnTo>
                <a:lnTo>
                  <a:pt x="505786" y="1830959"/>
                </a:lnTo>
                <a:lnTo>
                  <a:pt x="472655" y="1861102"/>
                </a:lnTo>
                <a:lnTo>
                  <a:pt x="439048" y="1890724"/>
                </a:lnTo>
                <a:lnTo>
                  <a:pt x="404971" y="1919819"/>
                </a:lnTo>
                <a:lnTo>
                  <a:pt x="370431" y="1948381"/>
                </a:lnTo>
                <a:lnTo>
                  <a:pt x="335434" y="1976404"/>
                </a:lnTo>
                <a:lnTo>
                  <a:pt x="299988" y="2003880"/>
                </a:lnTo>
                <a:lnTo>
                  <a:pt x="264097" y="2030804"/>
                </a:lnTo>
                <a:lnTo>
                  <a:pt x="227769" y="2057169"/>
                </a:lnTo>
                <a:lnTo>
                  <a:pt x="191009" y="2082969"/>
                </a:lnTo>
                <a:lnTo>
                  <a:pt x="153825" y="2108198"/>
                </a:lnTo>
                <a:lnTo>
                  <a:pt x="116223" y="2132848"/>
                </a:lnTo>
                <a:lnTo>
                  <a:pt x="78208" y="2156914"/>
                </a:lnTo>
                <a:lnTo>
                  <a:pt x="39788" y="2180390"/>
                </a:lnTo>
                <a:lnTo>
                  <a:pt x="969" y="2203268"/>
                </a:lnTo>
                <a:lnTo>
                  <a:pt x="0" y="2203819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97843" y="3072815"/>
            <a:ext cx="1020355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000" b="1" dirty="0" smtClean="0">
                <a:solidFill>
                  <a:srgbClr val="24225C"/>
                </a:solidFill>
                <a:latin typeface="Assistant Bold Bold"/>
              </a:rPr>
              <a:t>4 – Présentation des                      utilisateurs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312937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13931" y="166"/>
            <a:ext cx="1474470" cy="10287000"/>
          </a:xfrm>
          <a:custGeom>
            <a:avLst/>
            <a:gdLst/>
            <a:ahLst/>
            <a:cxnLst/>
            <a:rect l="l" t="t" r="r" b="b"/>
            <a:pathLst>
              <a:path w="1474469" h="10287000">
                <a:moveTo>
                  <a:pt x="0" y="0"/>
                </a:moveTo>
                <a:lnTo>
                  <a:pt x="1474067" y="0"/>
                </a:lnTo>
                <a:lnTo>
                  <a:pt x="1474067" y="10286661"/>
                </a:lnTo>
                <a:lnTo>
                  <a:pt x="0" y="10286661"/>
                </a:lnTo>
                <a:lnTo>
                  <a:pt x="0" y="0"/>
                </a:lnTo>
                <a:close/>
              </a:path>
            </a:pathLst>
          </a:custGeom>
          <a:solidFill>
            <a:srgbClr val="ABC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178534" y="2580152"/>
            <a:ext cx="354965" cy="168910"/>
            <a:chOff x="7178534" y="2580152"/>
            <a:chExt cx="354965" cy="168910"/>
          </a:xfrm>
        </p:grpSpPr>
        <p:sp>
          <p:nvSpPr>
            <p:cNvPr id="7" name="object 7"/>
            <p:cNvSpPr/>
            <p:nvPr/>
          </p:nvSpPr>
          <p:spPr>
            <a:xfrm>
              <a:off x="7191650" y="2593309"/>
              <a:ext cx="328295" cy="142875"/>
            </a:xfrm>
            <a:custGeom>
              <a:avLst/>
              <a:gdLst/>
              <a:ahLst/>
              <a:cxnLst/>
              <a:rect l="l" t="t" r="r" b="b"/>
              <a:pathLst>
                <a:path w="328295" h="142875">
                  <a:moveTo>
                    <a:pt x="257106" y="142480"/>
                  </a:moveTo>
                  <a:lnTo>
                    <a:pt x="70981" y="142480"/>
                  </a:lnTo>
                  <a:lnTo>
                    <a:pt x="43352" y="136879"/>
                  </a:lnTo>
                  <a:lnTo>
                    <a:pt x="20790" y="121606"/>
                  </a:lnTo>
                  <a:lnTo>
                    <a:pt x="5578" y="98961"/>
                  </a:lnTo>
                  <a:lnTo>
                    <a:pt x="0" y="71240"/>
                  </a:lnTo>
                  <a:lnTo>
                    <a:pt x="5578" y="43503"/>
                  </a:lnTo>
                  <a:lnTo>
                    <a:pt x="20790" y="20859"/>
                  </a:lnTo>
                  <a:lnTo>
                    <a:pt x="43352" y="5596"/>
                  </a:lnTo>
                  <a:lnTo>
                    <a:pt x="70981" y="0"/>
                  </a:lnTo>
                  <a:lnTo>
                    <a:pt x="257106" y="0"/>
                  </a:lnTo>
                  <a:lnTo>
                    <a:pt x="284741" y="5596"/>
                  </a:lnTo>
                  <a:lnTo>
                    <a:pt x="307316" y="20859"/>
                  </a:lnTo>
                  <a:lnTo>
                    <a:pt x="322540" y="43503"/>
                  </a:lnTo>
                  <a:lnTo>
                    <a:pt x="328124" y="71240"/>
                  </a:lnTo>
                  <a:lnTo>
                    <a:pt x="322540" y="98961"/>
                  </a:lnTo>
                  <a:lnTo>
                    <a:pt x="307316" y="121606"/>
                  </a:lnTo>
                  <a:lnTo>
                    <a:pt x="284741" y="136879"/>
                  </a:lnTo>
                  <a:lnTo>
                    <a:pt x="257106" y="142480"/>
                  </a:lnTo>
                  <a:close/>
                </a:path>
              </a:pathLst>
            </a:custGeom>
            <a:solidFill>
              <a:srgbClr val="90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78534" y="2580152"/>
              <a:ext cx="354965" cy="168910"/>
            </a:xfrm>
            <a:custGeom>
              <a:avLst/>
              <a:gdLst/>
              <a:ahLst/>
              <a:cxnLst/>
              <a:rect l="l" t="t" r="r" b="b"/>
              <a:pathLst>
                <a:path w="354965" h="168910">
                  <a:moveTo>
                    <a:pt x="270222" y="168794"/>
                  </a:moveTo>
                  <a:lnTo>
                    <a:pt x="84097" y="168794"/>
                  </a:lnTo>
                  <a:lnTo>
                    <a:pt x="51365" y="162143"/>
                  </a:lnTo>
                  <a:lnTo>
                    <a:pt x="24634" y="144051"/>
                  </a:lnTo>
                  <a:lnTo>
                    <a:pt x="6609" y="117232"/>
                  </a:lnTo>
                  <a:lnTo>
                    <a:pt x="0" y="84397"/>
                  </a:lnTo>
                  <a:lnTo>
                    <a:pt x="6614" y="51531"/>
                  </a:lnTo>
                  <a:lnTo>
                    <a:pt x="24647" y="24715"/>
                  </a:lnTo>
                  <a:lnTo>
                    <a:pt x="51381" y="6641"/>
                  </a:lnTo>
                  <a:lnTo>
                    <a:pt x="84097" y="0"/>
                  </a:lnTo>
                  <a:lnTo>
                    <a:pt x="270222" y="0"/>
                  </a:lnTo>
                  <a:lnTo>
                    <a:pt x="302975" y="6641"/>
                  </a:lnTo>
                  <a:lnTo>
                    <a:pt x="329718" y="24715"/>
                  </a:lnTo>
                  <a:lnTo>
                    <a:pt x="330793" y="26314"/>
                  </a:lnTo>
                  <a:lnTo>
                    <a:pt x="84097" y="26314"/>
                  </a:lnTo>
                  <a:lnTo>
                    <a:pt x="72427" y="27491"/>
                  </a:lnTo>
                  <a:lnTo>
                    <a:pt x="36105" y="51922"/>
                  </a:lnTo>
                  <a:lnTo>
                    <a:pt x="26195" y="84397"/>
                  </a:lnTo>
                  <a:lnTo>
                    <a:pt x="27390" y="96109"/>
                  </a:lnTo>
                  <a:lnTo>
                    <a:pt x="51760" y="132560"/>
                  </a:lnTo>
                  <a:lnTo>
                    <a:pt x="84097" y="142480"/>
                  </a:lnTo>
                  <a:lnTo>
                    <a:pt x="330774" y="142480"/>
                  </a:lnTo>
                  <a:lnTo>
                    <a:pt x="329718" y="144051"/>
                  </a:lnTo>
                  <a:lnTo>
                    <a:pt x="302975" y="162143"/>
                  </a:lnTo>
                  <a:lnTo>
                    <a:pt x="270222" y="168794"/>
                  </a:lnTo>
                  <a:close/>
                </a:path>
                <a:path w="354965" h="168910">
                  <a:moveTo>
                    <a:pt x="330774" y="142480"/>
                  </a:moveTo>
                  <a:lnTo>
                    <a:pt x="270222" y="142480"/>
                  </a:lnTo>
                  <a:lnTo>
                    <a:pt x="281898" y="141302"/>
                  </a:lnTo>
                  <a:lnTo>
                    <a:pt x="292758" y="137919"/>
                  </a:lnTo>
                  <a:lnTo>
                    <a:pt x="323582" y="106998"/>
                  </a:lnTo>
                  <a:lnTo>
                    <a:pt x="328124" y="84397"/>
                  </a:lnTo>
                  <a:lnTo>
                    <a:pt x="326950" y="72669"/>
                  </a:lnTo>
                  <a:lnTo>
                    <a:pt x="302591" y="36218"/>
                  </a:lnTo>
                  <a:lnTo>
                    <a:pt x="270222" y="26314"/>
                  </a:lnTo>
                  <a:lnTo>
                    <a:pt x="330793" y="26314"/>
                  </a:lnTo>
                  <a:lnTo>
                    <a:pt x="347746" y="51531"/>
                  </a:lnTo>
                  <a:lnTo>
                    <a:pt x="354357" y="84397"/>
                  </a:lnTo>
                  <a:lnTo>
                    <a:pt x="347746" y="117232"/>
                  </a:lnTo>
                  <a:lnTo>
                    <a:pt x="330774" y="142480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012370" y="2535778"/>
            <a:ext cx="503555" cy="257810"/>
            <a:chOff x="6012370" y="2535778"/>
            <a:chExt cx="503555" cy="257810"/>
          </a:xfrm>
        </p:grpSpPr>
        <p:sp>
          <p:nvSpPr>
            <p:cNvPr id="10" name="object 10"/>
            <p:cNvSpPr/>
            <p:nvPr/>
          </p:nvSpPr>
          <p:spPr>
            <a:xfrm>
              <a:off x="6025486" y="2548936"/>
              <a:ext cx="477520" cy="231775"/>
            </a:xfrm>
            <a:custGeom>
              <a:avLst/>
              <a:gdLst/>
              <a:ahLst/>
              <a:cxnLst/>
              <a:rect l="l" t="t" r="r" b="b"/>
              <a:pathLst>
                <a:path w="477520" h="231775">
                  <a:moveTo>
                    <a:pt x="374013" y="231189"/>
                  </a:moveTo>
                  <a:lnTo>
                    <a:pt x="103276" y="231189"/>
                  </a:lnTo>
                  <a:lnTo>
                    <a:pt x="63068" y="222107"/>
                  </a:lnTo>
                  <a:lnTo>
                    <a:pt x="30241" y="197338"/>
                  </a:lnTo>
                  <a:lnTo>
                    <a:pt x="8113" y="160601"/>
                  </a:lnTo>
                  <a:lnTo>
                    <a:pt x="0" y="115613"/>
                  </a:lnTo>
                  <a:lnTo>
                    <a:pt x="8113" y="70603"/>
                  </a:lnTo>
                  <a:lnTo>
                    <a:pt x="30241" y="33855"/>
                  </a:lnTo>
                  <a:lnTo>
                    <a:pt x="63068" y="9082"/>
                  </a:lnTo>
                  <a:lnTo>
                    <a:pt x="103276" y="0"/>
                  </a:lnTo>
                  <a:lnTo>
                    <a:pt x="374013" y="0"/>
                  </a:lnTo>
                  <a:lnTo>
                    <a:pt x="414205" y="9082"/>
                  </a:lnTo>
                  <a:lnTo>
                    <a:pt x="447033" y="33855"/>
                  </a:lnTo>
                  <a:lnTo>
                    <a:pt x="469170" y="70603"/>
                  </a:lnTo>
                  <a:lnTo>
                    <a:pt x="477289" y="115613"/>
                  </a:lnTo>
                  <a:lnTo>
                    <a:pt x="469170" y="160601"/>
                  </a:lnTo>
                  <a:lnTo>
                    <a:pt x="447033" y="197338"/>
                  </a:lnTo>
                  <a:lnTo>
                    <a:pt x="414205" y="222107"/>
                  </a:lnTo>
                  <a:lnTo>
                    <a:pt x="374013" y="231189"/>
                  </a:lnTo>
                  <a:close/>
                </a:path>
              </a:pathLst>
            </a:custGeom>
            <a:solidFill>
              <a:srgbClr val="90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12370" y="2535778"/>
              <a:ext cx="503555" cy="257810"/>
            </a:xfrm>
            <a:custGeom>
              <a:avLst/>
              <a:gdLst/>
              <a:ahLst/>
              <a:cxnLst/>
              <a:rect l="l" t="t" r="r" b="b"/>
              <a:pathLst>
                <a:path w="503554" h="257810">
                  <a:moveTo>
                    <a:pt x="387129" y="257504"/>
                  </a:moveTo>
                  <a:lnTo>
                    <a:pt x="116392" y="257504"/>
                  </a:lnTo>
                  <a:lnTo>
                    <a:pt x="92655" y="254818"/>
                  </a:lnTo>
                  <a:lnTo>
                    <a:pt x="50761" y="235115"/>
                  </a:lnTo>
                  <a:lnTo>
                    <a:pt x="19545" y="200208"/>
                  </a:lnTo>
                  <a:lnTo>
                    <a:pt x="2312" y="154439"/>
                  </a:lnTo>
                  <a:lnTo>
                    <a:pt x="0" y="128770"/>
                  </a:lnTo>
                  <a:lnTo>
                    <a:pt x="2312" y="103095"/>
                  </a:lnTo>
                  <a:lnTo>
                    <a:pt x="19545" y="57301"/>
                  </a:lnTo>
                  <a:lnTo>
                    <a:pt x="50761" y="22384"/>
                  </a:lnTo>
                  <a:lnTo>
                    <a:pt x="92655" y="2670"/>
                  </a:lnTo>
                  <a:lnTo>
                    <a:pt x="116392" y="0"/>
                  </a:lnTo>
                  <a:lnTo>
                    <a:pt x="387129" y="0"/>
                  </a:lnTo>
                  <a:lnTo>
                    <a:pt x="410866" y="2670"/>
                  </a:lnTo>
                  <a:lnTo>
                    <a:pt x="432911" y="10333"/>
                  </a:lnTo>
                  <a:lnTo>
                    <a:pt x="452760" y="22384"/>
                  </a:lnTo>
                  <a:lnTo>
                    <a:pt x="457015" y="26314"/>
                  </a:lnTo>
                  <a:lnTo>
                    <a:pt x="116392" y="26314"/>
                  </a:lnTo>
                  <a:lnTo>
                    <a:pt x="98493" y="28324"/>
                  </a:lnTo>
                  <a:lnTo>
                    <a:pt x="53126" y="55798"/>
                  </a:lnTo>
                  <a:lnTo>
                    <a:pt x="28114" y="107832"/>
                  </a:lnTo>
                  <a:lnTo>
                    <a:pt x="26232" y="128770"/>
                  </a:lnTo>
                  <a:lnTo>
                    <a:pt x="28114" y="149687"/>
                  </a:lnTo>
                  <a:lnTo>
                    <a:pt x="41964" y="186573"/>
                  </a:lnTo>
                  <a:lnTo>
                    <a:pt x="81769" y="223372"/>
                  </a:lnTo>
                  <a:lnTo>
                    <a:pt x="116392" y="231189"/>
                  </a:lnTo>
                  <a:lnTo>
                    <a:pt x="457011" y="231189"/>
                  </a:lnTo>
                  <a:lnTo>
                    <a:pt x="452760" y="235115"/>
                  </a:lnTo>
                  <a:lnTo>
                    <a:pt x="432911" y="247157"/>
                  </a:lnTo>
                  <a:lnTo>
                    <a:pt x="410866" y="254818"/>
                  </a:lnTo>
                  <a:lnTo>
                    <a:pt x="387129" y="257504"/>
                  </a:lnTo>
                  <a:close/>
                </a:path>
                <a:path w="503554" h="257810">
                  <a:moveTo>
                    <a:pt x="457011" y="231189"/>
                  </a:moveTo>
                  <a:lnTo>
                    <a:pt x="387129" y="231189"/>
                  </a:lnTo>
                  <a:lnTo>
                    <a:pt x="405012" y="229179"/>
                  </a:lnTo>
                  <a:lnTo>
                    <a:pt x="421738" y="223372"/>
                  </a:lnTo>
                  <a:lnTo>
                    <a:pt x="461562" y="186573"/>
                  </a:lnTo>
                  <a:lnTo>
                    <a:pt x="475422" y="149687"/>
                  </a:lnTo>
                  <a:lnTo>
                    <a:pt x="477289" y="128770"/>
                  </a:lnTo>
                  <a:lnTo>
                    <a:pt x="475422" y="107832"/>
                  </a:lnTo>
                  <a:lnTo>
                    <a:pt x="461562" y="70931"/>
                  </a:lnTo>
                  <a:lnTo>
                    <a:pt x="421738" y="34132"/>
                  </a:lnTo>
                  <a:lnTo>
                    <a:pt x="387129" y="26314"/>
                  </a:lnTo>
                  <a:lnTo>
                    <a:pt x="457015" y="26314"/>
                  </a:lnTo>
                  <a:lnTo>
                    <a:pt x="483976" y="57301"/>
                  </a:lnTo>
                  <a:lnTo>
                    <a:pt x="501208" y="103095"/>
                  </a:lnTo>
                  <a:lnTo>
                    <a:pt x="503521" y="128770"/>
                  </a:lnTo>
                  <a:lnTo>
                    <a:pt x="501208" y="154439"/>
                  </a:lnTo>
                  <a:lnTo>
                    <a:pt x="494552" y="178423"/>
                  </a:lnTo>
                  <a:lnTo>
                    <a:pt x="483976" y="200208"/>
                  </a:lnTo>
                  <a:lnTo>
                    <a:pt x="469904" y="219285"/>
                  </a:lnTo>
                  <a:lnTo>
                    <a:pt x="457011" y="231189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566252" y="2558886"/>
            <a:ext cx="195580" cy="255904"/>
            <a:chOff x="7566252" y="2558886"/>
            <a:chExt cx="195580" cy="255904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9368" y="2572044"/>
              <a:ext cx="169371" cy="2291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566252" y="2558886"/>
              <a:ext cx="195580" cy="255904"/>
            </a:xfrm>
            <a:custGeom>
              <a:avLst/>
              <a:gdLst/>
              <a:ahLst/>
              <a:cxnLst/>
              <a:rect l="l" t="t" r="r" b="b"/>
              <a:pathLst>
                <a:path w="195579" h="255905">
                  <a:moveTo>
                    <a:pt x="185977" y="255514"/>
                  </a:moveTo>
                  <a:lnTo>
                    <a:pt x="9662" y="255514"/>
                  </a:lnTo>
                  <a:lnTo>
                    <a:pt x="6282" y="254113"/>
                  </a:lnTo>
                  <a:lnTo>
                    <a:pt x="3857" y="251681"/>
                  </a:lnTo>
                  <a:lnTo>
                    <a:pt x="1432" y="249211"/>
                  </a:lnTo>
                  <a:lnTo>
                    <a:pt x="15" y="245858"/>
                  </a:lnTo>
                  <a:lnTo>
                    <a:pt x="0" y="86940"/>
                  </a:lnTo>
                  <a:lnTo>
                    <a:pt x="2080" y="69038"/>
                  </a:lnTo>
                  <a:lnTo>
                    <a:pt x="29318" y="24840"/>
                  </a:lnTo>
                  <a:lnTo>
                    <a:pt x="78431" y="1699"/>
                  </a:lnTo>
                  <a:lnTo>
                    <a:pt x="97801" y="0"/>
                  </a:lnTo>
                  <a:lnTo>
                    <a:pt x="117155" y="1699"/>
                  </a:lnTo>
                  <a:lnTo>
                    <a:pt x="166248" y="24840"/>
                  </a:lnTo>
                  <a:lnTo>
                    <a:pt x="97801" y="26314"/>
                  </a:lnTo>
                  <a:lnTo>
                    <a:pt x="83019" y="27596"/>
                  </a:lnTo>
                  <a:lnTo>
                    <a:pt x="46512" y="44667"/>
                  </a:lnTo>
                  <a:lnTo>
                    <a:pt x="26232" y="86940"/>
                  </a:lnTo>
                  <a:lnTo>
                    <a:pt x="26232" y="229199"/>
                  </a:lnTo>
                  <a:lnTo>
                    <a:pt x="169371" y="229199"/>
                  </a:lnTo>
                  <a:lnTo>
                    <a:pt x="169371" y="242356"/>
                  </a:lnTo>
                  <a:lnTo>
                    <a:pt x="195566" y="242356"/>
                  </a:lnTo>
                  <a:lnTo>
                    <a:pt x="195566" y="245858"/>
                  </a:lnTo>
                  <a:lnTo>
                    <a:pt x="194207" y="249175"/>
                  </a:lnTo>
                  <a:lnTo>
                    <a:pt x="191746" y="251681"/>
                  </a:lnTo>
                  <a:lnTo>
                    <a:pt x="189247" y="254150"/>
                  </a:lnTo>
                  <a:lnTo>
                    <a:pt x="185977" y="255514"/>
                  </a:lnTo>
                  <a:close/>
                </a:path>
                <a:path w="195579" h="255905">
                  <a:moveTo>
                    <a:pt x="182487" y="242356"/>
                  </a:moveTo>
                  <a:lnTo>
                    <a:pt x="169371" y="242356"/>
                  </a:lnTo>
                  <a:lnTo>
                    <a:pt x="169371" y="86940"/>
                  </a:lnTo>
                  <a:lnTo>
                    <a:pt x="167989" y="75095"/>
                  </a:lnTo>
                  <a:lnTo>
                    <a:pt x="138488" y="37083"/>
                  </a:lnTo>
                  <a:lnTo>
                    <a:pt x="97801" y="26314"/>
                  </a:lnTo>
                  <a:lnTo>
                    <a:pt x="167646" y="26314"/>
                  </a:lnTo>
                  <a:lnTo>
                    <a:pt x="178352" y="37601"/>
                  </a:lnTo>
                  <a:lnTo>
                    <a:pt x="187603" y="52462"/>
                  </a:lnTo>
                  <a:lnTo>
                    <a:pt x="193507" y="69038"/>
                  </a:lnTo>
                  <a:lnTo>
                    <a:pt x="195566" y="86940"/>
                  </a:lnTo>
                  <a:lnTo>
                    <a:pt x="195566" y="229199"/>
                  </a:lnTo>
                  <a:lnTo>
                    <a:pt x="182487" y="229199"/>
                  </a:lnTo>
                  <a:lnTo>
                    <a:pt x="182487" y="242356"/>
                  </a:lnTo>
                  <a:close/>
                </a:path>
                <a:path w="195579" h="255905">
                  <a:moveTo>
                    <a:pt x="195566" y="242356"/>
                  </a:moveTo>
                  <a:lnTo>
                    <a:pt x="182487" y="242356"/>
                  </a:lnTo>
                  <a:lnTo>
                    <a:pt x="182487" y="229199"/>
                  </a:lnTo>
                  <a:lnTo>
                    <a:pt x="195566" y="229199"/>
                  </a:lnTo>
                  <a:lnTo>
                    <a:pt x="195566" y="242356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759489" y="2917115"/>
            <a:ext cx="217804" cy="339725"/>
            <a:chOff x="5759489" y="2917115"/>
            <a:chExt cx="217804" cy="339725"/>
          </a:xfrm>
        </p:grpSpPr>
        <p:sp>
          <p:nvSpPr>
            <p:cNvPr id="16" name="object 16"/>
            <p:cNvSpPr/>
            <p:nvPr/>
          </p:nvSpPr>
          <p:spPr>
            <a:xfrm>
              <a:off x="5772605" y="2930272"/>
              <a:ext cx="191135" cy="313055"/>
            </a:xfrm>
            <a:custGeom>
              <a:avLst/>
              <a:gdLst/>
              <a:ahLst/>
              <a:cxnLst/>
              <a:rect l="l" t="t" r="r" b="b"/>
              <a:pathLst>
                <a:path w="191135" h="313055">
                  <a:moveTo>
                    <a:pt x="191011" y="312823"/>
                  </a:moveTo>
                  <a:lnTo>
                    <a:pt x="0" y="312823"/>
                  </a:lnTo>
                  <a:lnTo>
                    <a:pt x="0" y="0"/>
                  </a:lnTo>
                  <a:lnTo>
                    <a:pt x="191011" y="0"/>
                  </a:lnTo>
                  <a:lnTo>
                    <a:pt x="191011" y="31282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59489" y="2917115"/>
              <a:ext cx="217804" cy="339725"/>
            </a:xfrm>
            <a:custGeom>
              <a:avLst/>
              <a:gdLst/>
              <a:ahLst/>
              <a:cxnLst/>
              <a:rect l="l" t="t" r="r" b="b"/>
              <a:pathLst>
                <a:path w="217804" h="339725">
                  <a:moveTo>
                    <a:pt x="207617" y="339137"/>
                  </a:moveTo>
                  <a:lnTo>
                    <a:pt x="9662" y="339137"/>
                  </a:lnTo>
                  <a:lnTo>
                    <a:pt x="6282" y="337700"/>
                  </a:lnTo>
                  <a:lnTo>
                    <a:pt x="3857" y="335267"/>
                  </a:lnTo>
                  <a:lnTo>
                    <a:pt x="1396" y="332835"/>
                  </a:lnTo>
                  <a:lnTo>
                    <a:pt x="15" y="329481"/>
                  </a:lnTo>
                  <a:lnTo>
                    <a:pt x="0" y="9692"/>
                  </a:lnTo>
                  <a:lnTo>
                    <a:pt x="1396" y="6302"/>
                  </a:lnTo>
                  <a:lnTo>
                    <a:pt x="6282" y="1400"/>
                  </a:lnTo>
                  <a:lnTo>
                    <a:pt x="9662" y="0"/>
                  </a:lnTo>
                  <a:lnTo>
                    <a:pt x="207580" y="0"/>
                  </a:lnTo>
                  <a:lnTo>
                    <a:pt x="210961" y="1400"/>
                  </a:lnTo>
                  <a:lnTo>
                    <a:pt x="213385" y="3832"/>
                  </a:lnTo>
                  <a:lnTo>
                    <a:pt x="215810" y="6302"/>
                  </a:lnTo>
                  <a:lnTo>
                    <a:pt x="217243" y="9692"/>
                  </a:lnTo>
                  <a:lnTo>
                    <a:pt x="217243" y="26314"/>
                  </a:lnTo>
                  <a:lnTo>
                    <a:pt x="26232" y="26314"/>
                  </a:lnTo>
                  <a:lnTo>
                    <a:pt x="26232" y="312823"/>
                  </a:lnTo>
                  <a:lnTo>
                    <a:pt x="191011" y="312823"/>
                  </a:lnTo>
                  <a:lnTo>
                    <a:pt x="191011" y="325980"/>
                  </a:lnTo>
                  <a:lnTo>
                    <a:pt x="217243" y="325980"/>
                  </a:lnTo>
                  <a:lnTo>
                    <a:pt x="217243" y="329481"/>
                  </a:lnTo>
                  <a:lnTo>
                    <a:pt x="215847" y="332798"/>
                  </a:lnTo>
                  <a:lnTo>
                    <a:pt x="210924" y="337737"/>
                  </a:lnTo>
                  <a:lnTo>
                    <a:pt x="207617" y="339137"/>
                  </a:lnTo>
                  <a:close/>
                </a:path>
                <a:path w="217804" h="339725">
                  <a:moveTo>
                    <a:pt x="204127" y="325980"/>
                  </a:moveTo>
                  <a:lnTo>
                    <a:pt x="191011" y="325980"/>
                  </a:lnTo>
                  <a:lnTo>
                    <a:pt x="191011" y="26314"/>
                  </a:lnTo>
                  <a:lnTo>
                    <a:pt x="217243" y="26314"/>
                  </a:lnTo>
                  <a:lnTo>
                    <a:pt x="217243" y="312823"/>
                  </a:lnTo>
                  <a:lnTo>
                    <a:pt x="204127" y="312823"/>
                  </a:lnTo>
                  <a:lnTo>
                    <a:pt x="204127" y="325980"/>
                  </a:lnTo>
                  <a:close/>
                </a:path>
                <a:path w="217804" h="339725">
                  <a:moveTo>
                    <a:pt x="217243" y="325980"/>
                  </a:moveTo>
                  <a:lnTo>
                    <a:pt x="204127" y="325980"/>
                  </a:lnTo>
                  <a:lnTo>
                    <a:pt x="204127" y="312823"/>
                  </a:lnTo>
                  <a:lnTo>
                    <a:pt x="217243" y="312823"/>
                  </a:lnTo>
                  <a:lnTo>
                    <a:pt x="217243" y="325980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811336" y="1666073"/>
            <a:ext cx="2146935" cy="1565910"/>
            <a:chOff x="5861075" y="2560139"/>
            <a:chExt cx="2146935" cy="1565910"/>
          </a:xfrm>
        </p:grpSpPr>
        <p:sp>
          <p:nvSpPr>
            <p:cNvPr id="19" name="object 19"/>
            <p:cNvSpPr/>
            <p:nvPr/>
          </p:nvSpPr>
          <p:spPr>
            <a:xfrm>
              <a:off x="7803518" y="2930272"/>
              <a:ext cx="191135" cy="313055"/>
            </a:xfrm>
            <a:custGeom>
              <a:avLst/>
              <a:gdLst/>
              <a:ahLst/>
              <a:cxnLst/>
              <a:rect l="l" t="t" r="r" b="b"/>
              <a:pathLst>
                <a:path w="191134" h="313055">
                  <a:moveTo>
                    <a:pt x="191011" y="312823"/>
                  </a:moveTo>
                  <a:lnTo>
                    <a:pt x="0" y="312823"/>
                  </a:lnTo>
                  <a:lnTo>
                    <a:pt x="0" y="0"/>
                  </a:lnTo>
                  <a:lnTo>
                    <a:pt x="191011" y="0"/>
                  </a:lnTo>
                  <a:lnTo>
                    <a:pt x="191011" y="31282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90439" y="2917115"/>
              <a:ext cx="217804" cy="339725"/>
            </a:xfrm>
            <a:custGeom>
              <a:avLst/>
              <a:gdLst/>
              <a:ahLst/>
              <a:cxnLst/>
              <a:rect l="l" t="t" r="r" b="b"/>
              <a:pathLst>
                <a:path w="217804" h="339725">
                  <a:moveTo>
                    <a:pt x="207580" y="339137"/>
                  </a:moveTo>
                  <a:lnTo>
                    <a:pt x="9662" y="339137"/>
                  </a:lnTo>
                  <a:lnTo>
                    <a:pt x="6282" y="337700"/>
                  </a:lnTo>
                  <a:lnTo>
                    <a:pt x="3820" y="335267"/>
                  </a:lnTo>
                  <a:lnTo>
                    <a:pt x="1396" y="332835"/>
                  </a:lnTo>
                  <a:lnTo>
                    <a:pt x="15" y="329481"/>
                  </a:lnTo>
                  <a:lnTo>
                    <a:pt x="0" y="9692"/>
                  </a:lnTo>
                  <a:lnTo>
                    <a:pt x="1396" y="6302"/>
                  </a:lnTo>
                  <a:lnTo>
                    <a:pt x="3820" y="3832"/>
                  </a:lnTo>
                  <a:lnTo>
                    <a:pt x="6282" y="1400"/>
                  </a:lnTo>
                  <a:lnTo>
                    <a:pt x="9662" y="0"/>
                  </a:lnTo>
                  <a:lnTo>
                    <a:pt x="207544" y="0"/>
                  </a:lnTo>
                  <a:lnTo>
                    <a:pt x="210924" y="1400"/>
                  </a:lnTo>
                  <a:lnTo>
                    <a:pt x="215810" y="6302"/>
                  </a:lnTo>
                  <a:lnTo>
                    <a:pt x="217206" y="9692"/>
                  </a:lnTo>
                  <a:lnTo>
                    <a:pt x="217206" y="26314"/>
                  </a:lnTo>
                  <a:lnTo>
                    <a:pt x="26195" y="26314"/>
                  </a:lnTo>
                  <a:lnTo>
                    <a:pt x="26195" y="312823"/>
                  </a:lnTo>
                  <a:lnTo>
                    <a:pt x="190974" y="312823"/>
                  </a:lnTo>
                  <a:lnTo>
                    <a:pt x="190974" y="325980"/>
                  </a:lnTo>
                  <a:lnTo>
                    <a:pt x="217206" y="325980"/>
                  </a:lnTo>
                  <a:lnTo>
                    <a:pt x="217206" y="329481"/>
                  </a:lnTo>
                  <a:lnTo>
                    <a:pt x="215847" y="332798"/>
                  </a:lnTo>
                  <a:lnTo>
                    <a:pt x="213349" y="335267"/>
                  </a:lnTo>
                  <a:lnTo>
                    <a:pt x="210887" y="337737"/>
                  </a:lnTo>
                  <a:lnTo>
                    <a:pt x="207580" y="339137"/>
                  </a:lnTo>
                  <a:close/>
                </a:path>
                <a:path w="217804" h="339725">
                  <a:moveTo>
                    <a:pt x="204090" y="325980"/>
                  </a:moveTo>
                  <a:lnTo>
                    <a:pt x="190974" y="325980"/>
                  </a:lnTo>
                  <a:lnTo>
                    <a:pt x="190974" y="26314"/>
                  </a:lnTo>
                  <a:lnTo>
                    <a:pt x="217206" y="26314"/>
                  </a:lnTo>
                  <a:lnTo>
                    <a:pt x="217206" y="312823"/>
                  </a:lnTo>
                  <a:lnTo>
                    <a:pt x="204090" y="312823"/>
                  </a:lnTo>
                  <a:lnTo>
                    <a:pt x="204090" y="325980"/>
                  </a:lnTo>
                  <a:close/>
                </a:path>
                <a:path w="217804" h="339725">
                  <a:moveTo>
                    <a:pt x="217206" y="325980"/>
                  </a:moveTo>
                  <a:lnTo>
                    <a:pt x="204090" y="325980"/>
                  </a:lnTo>
                  <a:lnTo>
                    <a:pt x="204090" y="312823"/>
                  </a:lnTo>
                  <a:lnTo>
                    <a:pt x="217206" y="312823"/>
                  </a:lnTo>
                  <a:lnTo>
                    <a:pt x="217206" y="325980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74154" y="2679475"/>
              <a:ext cx="2025014" cy="1433195"/>
            </a:xfrm>
            <a:custGeom>
              <a:avLst/>
              <a:gdLst/>
              <a:ahLst/>
              <a:cxnLst/>
              <a:rect l="l" t="t" r="r" b="b"/>
              <a:pathLst>
                <a:path w="2025015" h="1433195">
                  <a:moveTo>
                    <a:pt x="1898833" y="1432803"/>
                  </a:moveTo>
                  <a:lnTo>
                    <a:pt x="126054" y="1432803"/>
                  </a:lnTo>
                  <a:lnTo>
                    <a:pt x="77002" y="1422872"/>
                  </a:lnTo>
                  <a:lnTo>
                    <a:pt x="36932" y="1395787"/>
                  </a:lnTo>
                  <a:lnTo>
                    <a:pt x="9910" y="1355606"/>
                  </a:lnTo>
                  <a:lnTo>
                    <a:pt x="0" y="1306391"/>
                  </a:lnTo>
                  <a:lnTo>
                    <a:pt x="0" y="126448"/>
                  </a:lnTo>
                  <a:lnTo>
                    <a:pt x="9910" y="77242"/>
                  </a:lnTo>
                  <a:lnTo>
                    <a:pt x="36932" y="37048"/>
                  </a:lnTo>
                  <a:lnTo>
                    <a:pt x="77002" y="9941"/>
                  </a:lnTo>
                  <a:lnTo>
                    <a:pt x="126054" y="0"/>
                  </a:lnTo>
                  <a:lnTo>
                    <a:pt x="1898833" y="0"/>
                  </a:lnTo>
                  <a:lnTo>
                    <a:pt x="1947895" y="9941"/>
                  </a:lnTo>
                  <a:lnTo>
                    <a:pt x="1987950" y="37048"/>
                  </a:lnTo>
                  <a:lnTo>
                    <a:pt x="2014951" y="77242"/>
                  </a:lnTo>
                  <a:lnTo>
                    <a:pt x="2024851" y="126448"/>
                  </a:lnTo>
                  <a:lnTo>
                    <a:pt x="2024851" y="1306391"/>
                  </a:lnTo>
                  <a:lnTo>
                    <a:pt x="2014951" y="1355606"/>
                  </a:lnTo>
                  <a:lnTo>
                    <a:pt x="1987950" y="1395787"/>
                  </a:lnTo>
                  <a:lnTo>
                    <a:pt x="1947895" y="1422872"/>
                  </a:lnTo>
                  <a:lnTo>
                    <a:pt x="1898833" y="143280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61075" y="2666318"/>
              <a:ext cx="2051050" cy="1459230"/>
            </a:xfrm>
            <a:custGeom>
              <a:avLst/>
              <a:gdLst/>
              <a:ahLst/>
              <a:cxnLst/>
              <a:rect l="l" t="t" r="r" b="b"/>
              <a:pathLst>
                <a:path w="2051050" h="1459229">
                  <a:moveTo>
                    <a:pt x="1911912" y="1459117"/>
                  </a:moveTo>
                  <a:lnTo>
                    <a:pt x="139134" y="1459117"/>
                  </a:lnTo>
                  <a:lnTo>
                    <a:pt x="95164" y="1452003"/>
                  </a:lnTo>
                  <a:lnTo>
                    <a:pt x="56971" y="1432193"/>
                  </a:lnTo>
                  <a:lnTo>
                    <a:pt x="26850" y="1401983"/>
                  </a:lnTo>
                  <a:lnTo>
                    <a:pt x="7090" y="1363640"/>
                  </a:lnTo>
                  <a:lnTo>
                    <a:pt x="0" y="1319548"/>
                  </a:lnTo>
                  <a:lnTo>
                    <a:pt x="0" y="139605"/>
                  </a:lnTo>
                  <a:lnTo>
                    <a:pt x="7091" y="95483"/>
                  </a:lnTo>
                  <a:lnTo>
                    <a:pt x="26839" y="57167"/>
                  </a:lnTo>
                  <a:lnTo>
                    <a:pt x="56955" y="26952"/>
                  </a:lnTo>
                  <a:lnTo>
                    <a:pt x="95150" y="7131"/>
                  </a:lnTo>
                  <a:lnTo>
                    <a:pt x="139134" y="0"/>
                  </a:lnTo>
                  <a:lnTo>
                    <a:pt x="1911912" y="0"/>
                  </a:lnTo>
                  <a:lnTo>
                    <a:pt x="1955896" y="7135"/>
                  </a:lnTo>
                  <a:lnTo>
                    <a:pt x="1992841" y="26314"/>
                  </a:lnTo>
                  <a:lnTo>
                    <a:pt x="139134" y="26314"/>
                  </a:lnTo>
                  <a:lnTo>
                    <a:pt x="116363" y="28616"/>
                  </a:lnTo>
                  <a:lnTo>
                    <a:pt x="76014" y="45671"/>
                  </a:lnTo>
                  <a:lnTo>
                    <a:pt x="45497" y="76293"/>
                  </a:lnTo>
                  <a:lnTo>
                    <a:pt x="28505" y="116778"/>
                  </a:lnTo>
                  <a:lnTo>
                    <a:pt x="26195" y="139605"/>
                  </a:lnTo>
                  <a:lnTo>
                    <a:pt x="26195" y="1319548"/>
                  </a:lnTo>
                  <a:lnTo>
                    <a:pt x="35102" y="1363669"/>
                  </a:lnTo>
                  <a:lnTo>
                    <a:pt x="59298" y="1399633"/>
                  </a:lnTo>
                  <a:lnTo>
                    <a:pt x="95179" y="1423920"/>
                  </a:lnTo>
                  <a:lnTo>
                    <a:pt x="139134" y="1432839"/>
                  </a:lnTo>
                  <a:lnTo>
                    <a:pt x="1992845" y="1432839"/>
                  </a:lnTo>
                  <a:lnTo>
                    <a:pt x="1955896" y="1452003"/>
                  </a:lnTo>
                  <a:lnTo>
                    <a:pt x="1911912" y="1459117"/>
                  </a:lnTo>
                  <a:close/>
                </a:path>
                <a:path w="2051050" h="1459229">
                  <a:moveTo>
                    <a:pt x="1992845" y="1432839"/>
                  </a:moveTo>
                  <a:lnTo>
                    <a:pt x="1911912" y="1432839"/>
                  </a:lnTo>
                  <a:lnTo>
                    <a:pt x="1934683" y="1430522"/>
                  </a:lnTo>
                  <a:lnTo>
                    <a:pt x="1955867" y="1423920"/>
                  </a:lnTo>
                  <a:lnTo>
                    <a:pt x="1991748" y="1399633"/>
                  </a:lnTo>
                  <a:lnTo>
                    <a:pt x="2015973" y="1363640"/>
                  </a:lnTo>
                  <a:lnTo>
                    <a:pt x="2024851" y="1319548"/>
                  </a:lnTo>
                  <a:lnTo>
                    <a:pt x="2024851" y="139605"/>
                  </a:lnTo>
                  <a:lnTo>
                    <a:pt x="2015960" y="95483"/>
                  </a:lnTo>
                  <a:lnTo>
                    <a:pt x="1991748" y="59483"/>
                  </a:lnTo>
                  <a:lnTo>
                    <a:pt x="1955867" y="35214"/>
                  </a:lnTo>
                  <a:lnTo>
                    <a:pt x="1911912" y="26314"/>
                  </a:lnTo>
                  <a:lnTo>
                    <a:pt x="1992841" y="26314"/>
                  </a:lnTo>
                  <a:lnTo>
                    <a:pt x="1994091" y="26962"/>
                  </a:lnTo>
                  <a:lnTo>
                    <a:pt x="2024207" y="57183"/>
                  </a:lnTo>
                  <a:lnTo>
                    <a:pt x="2043960" y="95527"/>
                  </a:lnTo>
                  <a:lnTo>
                    <a:pt x="2051046" y="139605"/>
                  </a:lnTo>
                  <a:lnTo>
                    <a:pt x="2051046" y="1319548"/>
                  </a:lnTo>
                  <a:lnTo>
                    <a:pt x="2043955" y="1363669"/>
                  </a:lnTo>
                  <a:lnTo>
                    <a:pt x="2024207" y="1401983"/>
                  </a:lnTo>
                  <a:lnTo>
                    <a:pt x="1994091" y="1432193"/>
                  </a:lnTo>
                  <a:lnTo>
                    <a:pt x="1992845" y="1432839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1075" y="2745150"/>
              <a:ext cx="2051046" cy="12159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114580" y="2560141"/>
              <a:ext cx="313055" cy="119380"/>
            </a:xfrm>
            <a:custGeom>
              <a:avLst/>
              <a:gdLst/>
              <a:ahLst/>
              <a:cxnLst/>
              <a:rect l="l" t="t" r="r" b="b"/>
              <a:pathLst>
                <a:path w="313054" h="119380">
                  <a:moveTo>
                    <a:pt x="26187" y="0"/>
                  </a:moveTo>
                  <a:lnTo>
                    <a:pt x="0" y="0"/>
                  </a:lnTo>
                  <a:lnTo>
                    <a:pt x="0" y="119341"/>
                  </a:lnTo>
                  <a:lnTo>
                    <a:pt x="26187" y="119341"/>
                  </a:lnTo>
                  <a:lnTo>
                    <a:pt x="26187" y="0"/>
                  </a:lnTo>
                  <a:close/>
                </a:path>
                <a:path w="313054" h="119380">
                  <a:moveTo>
                    <a:pt x="121716" y="0"/>
                  </a:moveTo>
                  <a:lnTo>
                    <a:pt x="95478" y="0"/>
                  </a:lnTo>
                  <a:lnTo>
                    <a:pt x="95478" y="119341"/>
                  </a:lnTo>
                  <a:lnTo>
                    <a:pt x="121716" y="119341"/>
                  </a:lnTo>
                  <a:lnTo>
                    <a:pt x="121716" y="0"/>
                  </a:lnTo>
                  <a:close/>
                </a:path>
                <a:path w="313054" h="119380">
                  <a:moveTo>
                    <a:pt x="217195" y="0"/>
                  </a:moveTo>
                  <a:lnTo>
                    <a:pt x="191008" y="0"/>
                  </a:lnTo>
                  <a:lnTo>
                    <a:pt x="191008" y="119341"/>
                  </a:lnTo>
                  <a:lnTo>
                    <a:pt x="217195" y="119341"/>
                  </a:lnTo>
                  <a:lnTo>
                    <a:pt x="217195" y="0"/>
                  </a:lnTo>
                  <a:close/>
                </a:path>
                <a:path w="313054" h="119380">
                  <a:moveTo>
                    <a:pt x="312686" y="0"/>
                  </a:moveTo>
                  <a:lnTo>
                    <a:pt x="286499" y="0"/>
                  </a:lnTo>
                  <a:lnTo>
                    <a:pt x="286499" y="119341"/>
                  </a:lnTo>
                  <a:lnTo>
                    <a:pt x="312686" y="119341"/>
                  </a:lnTo>
                  <a:lnTo>
                    <a:pt x="312686" y="0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5703" y="2727925"/>
            <a:ext cx="2006411" cy="200640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04955" y="1435067"/>
            <a:ext cx="1628774" cy="2133599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074236" y="9867900"/>
            <a:ext cx="14269085" cy="0"/>
          </a:xfrm>
          <a:custGeom>
            <a:avLst/>
            <a:gdLst/>
            <a:ahLst/>
            <a:cxnLst/>
            <a:rect l="l" t="t" r="r" b="b"/>
            <a:pathLst>
              <a:path w="14269085">
                <a:moveTo>
                  <a:pt x="0" y="0"/>
                </a:moveTo>
                <a:lnTo>
                  <a:pt x="14268492" y="0"/>
                </a:lnTo>
              </a:path>
            </a:pathLst>
          </a:custGeom>
          <a:ln w="47624">
            <a:solidFill>
              <a:srgbClr val="AC7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0" y="0"/>
            <a:ext cx="1445895" cy="2375535"/>
          </a:xfrm>
          <a:custGeom>
            <a:avLst/>
            <a:gdLst/>
            <a:ahLst/>
            <a:cxnLst/>
            <a:rect l="l" t="t" r="r" b="b"/>
            <a:pathLst>
              <a:path w="1445895" h="2375535">
                <a:moveTo>
                  <a:pt x="0" y="2375311"/>
                </a:moveTo>
                <a:lnTo>
                  <a:pt x="0" y="0"/>
                </a:lnTo>
                <a:lnTo>
                  <a:pt x="1445630" y="0"/>
                </a:lnTo>
                <a:lnTo>
                  <a:pt x="1443567" y="50353"/>
                </a:lnTo>
                <a:lnTo>
                  <a:pt x="1440780" y="97974"/>
                </a:lnTo>
                <a:lnTo>
                  <a:pt x="1437210" y="145381"/>
                </a:lnTo>
                <a:lnTo>
                  <a:pt x="1432865" y="192567"/>
                </a:lnTo>
                <a:lnTo>
                  <a:pt x="1427750" y="239527"/>
                </a:lnTo>
                <a:lnTo>
                  <a:pt x="1421872" y="286253"/>
                </a:lnTo>
                <a:lnTo>
                  <a:pt x="1415238" y="332740"/>
                </a:lnTo>
                <a:lnTo>
                  <a:pt x="1407854" y="378980"/>
                </a:lnTo>
                <a:lnTo>
                  <a:pt x="1399725" y="424968"/>
                </a:lnTo>
                <a:lnTo>
                  <a:pt x="1390859" y="470697"/>
                </a:lnTo>
                <a:lnTo>
                  <a:pt x="1381262" y="516161"/>
                </a:lnTo>
                <a:lnTo>
                  <a:pt x="1370941" y="561354"/>
                </a:lnTo>
                <a:lnTo>
                  <a:pt x="1359901" y="606268"/>
                </a:lnTo>
                <a:lnTo>
                  <a:pt x="1348149" y="650898"/>
                </a:lnTo>
                <a:lnTo>
                  <a:pt x="1335691" y="695237"/>
                </a:lnTo>
                <a:lnTo>
                  <a:pt x="1322534" y="739279"/>
                </a:lnTo>
                <a:lnTo>
                  <a:pt x="1308685" y="783018"/>
                </a:lnTo>
                <a:lnTo>
                  <a:pt x="1294149" y="826447"/>
                </a:lnTo>
                <a:lnTo>
                  <a:pt x="1278933" y="869559"/>
                </a:lnTo>
                <a:lnTo>
                  <a:pt x="1263044" y="912349"/>
                </a:lnTo>
                <a:lnTo>
                  <a:pt x="1246487" y="954810"/>
                </a:lnTo>
                <a:lnTo>
                  <a:pt x="1229269" y="996935"/>
                </a:lnTo>
                <a:lnTo>
                  <a:pt x="1211397" y="1038719"/>
                </a:lnTo>
                <a:lnTo>
                  <a:pt x="1192877" y="1080154"/>
                </a:lnTo>
                <a:lnTo>
                  <a:pt x="1173715" y="1121235"/>
                </a:lnTo>
                <a:lnTo>
                  <a:pt x="1153917" y="1161955"/>
                </a:lnTo>
                <a:lnTo>
                  <a:pt x="1133491" y="1202307"/>
                </a:lnTo>
                <a:lnTo>
                  <a:pt x="1112442" y="1242286"/>
                </a:lnTo>
                <a:lnTo>
                  <a:pt x="1090776" y="1281885"/>
                </a:lnTo>
                <a:lnTo>
                  <a:pt x="1068501" y="1321097"/>
                </a:lnTo>
                <a:lnTo>
                  <a:pt x="1045623" y="1359916"/>
                </a:lnTo>
                <a:lnTo>
                  <a:pt x="1022147" y="1398336"/>
                </a:lnTo>
                <a:lnTo>
                  <a:pt x="998081" y="1436351"/>
                </a:lnTo>
                <a:lnTo>
                  <a:pt x="973431" y="1473953"/>
                </a:lnTo>
                <a:lnTo>
                  <a:pt x="948202" y="1511137"/>
                </a:lnTo>
                <a:lnTo>
                  <a:pt x="922402" y="1547897"/>
                </a:lnTo>
                <a:lnTo>
                  <a:pt x="896037" y="1584225"/>
                </a:lnTo>
                <a:lnTo>
                  <a:pt x="869113" y="1620116"/>
                </a:lnTo>
                <a:lnTo>
                  <a:pt x="841637" y="1655563"/>
                </a:lnTo>
                <a:lnTo>
                  <a:pt x="813614" y="1690559"/>
                </a:lnTo>
                <a:lnTo>
                  <a:pt x="785052" y="1725099"/>
                </a:lnTo>
                <a:lnTo>
                  <a:pt x="755957" y="1759176"/>
                </a:lnTo>
                <a:lnTo>
                  <a:pt x="726335" y="1792783"/>
                </a:lnTo>
                <a:lnTo>
                  <a:pt x="696192" y="1825915"/>
                </a:lnTo>
                <a:lnTo>
                  <a:pt x="665535" y="1858564"/>
                </a:lnTo>
                <a:lnTo>
                  <a:pt x="634371" y="1890725"/>
                </a:lnTo>
                <a:lnTo>
                  <a:pt x="602705" y="1922391"/>
                </a:lnTo>
                <a:lnTo>
                  <a:pt x="570544" y="1953555"/>
                </a:lnTo>
                <a:lnTo>
                  <a:pt x="537895" y="1984212"/>
                </a:lnTo>
                <a:lnTo>
                  <a:pt x="504764" y="2014354"/>
                </a:lnTo>
                <a:lnTo>
                  <a:pt x="471156" y="2043976"/>
                </a:lnTo>
                <a:lnTo>
                  <a:pt x="437079" y="2073072"/>
                </a:lnTo>
                <a:lnTo>
                  <a:pt x="402540" y="2101634"/>
                </a:lnTo>
                <a:lnTo>
                  <a:pt x="367543" y="2129656"/>
                </a:lnTo>
                <a:lnTo>
                  <a:pt x="332096" y="2157132"/>
                </a:lnTo>
                <a:lnTo>
                  <a:pt x="296205" y="2184056"/>
                </a:lnTo>
                <a:lnTo>
                  <a:pt x="259877" y="2210422"/>
                </a:lnTo>
                <a:lnTo>
                  <a:pt x="223118" y="2236222"/>
                </a:lnTo>
                <a:lnTo>
                  <a:pt x="185934" y="2261450"/>
                </a:lnTo>
                <a:lnTo>
                  <a:pt x="148331" y="2286101"/>
                </a:lnTo>
                <a:lnTo>
                  <a:pt x="110317" y="2310167"/>
                </a:lnTo>
                <a:lnTo>
                  <a:pt x="71897" y="2333643"/>
                </a:lnTo>
                <a:lnTo>
                  <a:pt x="33077" y="2356521"/>
                </a:lnTo>
                <a:lnTo>
                  <a:pt x="0" y="2375311"/>
                </a:lnTo>
                <a:close/>
              </a:path>
            </a:pathLst>
          </a:custGeom>
          <a:solidFill>
            <a:srgbClr val="B18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803189" y="5611577"/>
            <a:ext cx="2563495" cy="690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4350" b="1" spc="-360" dirty="0" smtClean="0">
                <a:latin typeface="Tahoma"/>
                <a:cs typeface="Tahoma"/>
              </a:rPr>
              <a:t>   Admin</a:t>
            </a:r>
            <a:endParaRPr sz="4350" dirty="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4618394" y="8098191"/>
            <a:ext cx="5895715" cy="112274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3600" spc="-130" dirty="0" smtClean="0">
                <a:latin typeface="Tahoma"/>
                <a:cs typeface="Tahoma"/>
              </a:rPr>
              <a:t>Rapport de présence de tous les étudiants</a:t>
            </a:r>
            <a:endParaRPr sz="3600" dirty="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23075" y="4963309"/>
            <a:ext cx="4638419" cy="121315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3850" b="1" spc="-60" dirty="0" smtClean="0">
                <a:latin typeface="Tahoma"/>
                <a:cs typeface="Tahoma"/>
              </a:rPr>
              <a:t>   Reconnaissance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3850" b="1" spc="-60" dirty="0">
                <a:latin typeface="Tahoma"/>
                <a:cs typeface="Tahoma"/>
              </a:rPr>
              <a:t> </a:t>
            </a:r>
            <a:r>
              <a:rPr lang="fr-FR" sz="3850" b="1" spc="-60" dirty="0" smtClean="0">
                <a:latin typeface="Tahoma"/>
                <a:cs typeface="Tahoma"/>
              </a:rPr>
              <a:t>         faciale</a:t>
            </a:r>
            <a:endParaRPr sz="3850" dirty="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915431" y="3967413"/>
            <a:ext cx="287337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3350" b="1" spc="-40" dirty="0" smtClean="0">
                <a:latin typeface="Tahoma"/>
                <a:cs typeface="Tahoma"/>
              </a:rPr>
              <a:t>   Présence</a:t>
            </a:r>
            <a:endParaRPr sz="3350" dirty="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236411" y="2847673"/>
            <a:ext cx="819150" cy="541655"/>
            <a:chOff x="8259207" y="4134030"/>
            <a:chExt cx="819150" cy="541655"/>
          </a:xfrm>
        </p:grpSpPr>
        <p:sp>
          <p:nvSpPr>
            <p:cNvPr id="37" name="object 37"/>
            <p:cNvSpPr/>
            <p:nvPr/>
          </p:nvSpPr>
          <p:spPr>
            <a:xfrm>
              <a:off x="8287782" y="4162605"/>
              <a:ext cx="640080" cy="396240"/>
            </a:xfrm>
            <a:custGeom>
              <a:avLst/>
              <a:gdLst/>
              <a:ahLst/>
              <a:cxnLst/>
              <a:rect l="l" t="t" r="r" b="b"/>
              <a:pathLst>
                <a:path w="640079" h="396239">
                  <a:moveTo>
                    <a:pt x="0" y="0"/>
                  </a:moveTo>
                  <a:lnTo>
                    <a:pt x="639820" y="395964"/>
                  </a:lnTo>
                </a:path>
              </a:pathLst>
            </a:custGeom>
            <a:ln w="57164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78218" y="4472138"/>
              <a:ext cx="199583" cy="202976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 rot="4787793">
            <a:off x="4117578" y="5524312"/>
            <a:ext cx="1280647" cy="795102"/>
            <a:chOff x="11440167" y="4164432"/>
            <a:chExt cx="887094" cy="430530"/>
          </a:xfrm>
        </p:grpSpPr>
        <p:sp>
          <p:nvSpPr>
            <p:cNvPr id="40" name="object 40"/>
            <p:cNvSpPr/>
            <p:nvPr/>
          </p:nvSpPr>
          <p:spPr>
            <a:xfrm>
              <a:off x="11468742" y="4283215"/>
              <a:ext cx="697865" cy="283210"/>
            </a:xfrm>
            <a:custGeom>
              <a:avLst/>
              <a:gdLst/>
              <a:ahLst/>
              <a:cxnLst/>
              <a:rect l="l" t="t" r="r" b="b"/>
              <a:pathLst>
                <a:path w="697865" h="283210">
                  <a:moveTo>
                    <a:pt x="0" y="282819"/>
                  </a:moveTo>
                  <a:lnTo>
                    <a:pt x="697260" y="0"/>
                  </a:lnTo>
                </a:path>
              </a:pathLst>
            </a:custGeom>
            <a:ln w="57157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31691" y="4164432"/>
              <a:ext cx="195426" cy="216064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16681209" y="7735018"/>
            <a:ext cx="1607185" cy="2552065"/>
          </a:xfrm>
          <a:custGeom>
            <a:avLst/>
            <a:gdLst/>
            <a:ahLst/>
            <a:cxnLst/>
            <a:rect l="l" t="t" r="r" b="b"/>
            <a:pathLst>
              <a:path w="1607184" h="2552065">
                <a:moveTo>
                  <a:pt x="1606790" y="2551981"/>
                </a:moveTo>
                <a:lnTo>
                  <a:pt x="0" y="2551981"/>
                </a:lnTo>
                <a:lnTo>
                  <a:pt x="402" y="2503755"/>
                </a:lnTo>
                <a:lnTo>
                  <a:pt x="1606" y="2455725"/>
                </a:lnTo>
                <a:lnTo>
                  <a:pt x="3605" y="2407896"/>
                </a:lnTo>
                <a:lnTo>
                  <a:pt x="6393" y="2360275"/>
                </a:lnTo>
                <a:lnTo>
                  <a:pt x="9962" y="2312868"/>
                </a:lnTo>
                <a:lnTo>
                  <a:pt x="14308" y="2265681"/>
                </a:lnTo>
                <a:lnTo>
                  <a:pt x="19422" y="2218722"/>
                </a:lnTo>
                <a:lnTo>
                  <a:pt x="25300" y="2171995"/>
                </a:lnTo>
                <a:lnTo>
                  <a:pt x="31935" y="2125509"/>
                </a:lnTo>
                <a:lnTo>
                  <a:pt x="39319" y="2079268"/>
                </a:lnTo>
                <a:lnTo>
                  <a:pt x="47448" y="2033280"/>
                </a:lnTo>
                <a:lnTo>
                  <a:pt x="56313" y="1987551"/>
                </a:lnTo>
                <a:lnTo>
                  <a:pt x="65910" y="1942087"/>
                </a:lnTo>
                <a:lnTo>
                  <a:pt x="76232" y="1896895"/>
                </a:lnTo>
                <a:lnTo>
                  <a:pt x="87272" y="1851981"/>
                </a:lnTo>
                <a:lnTo>
                  <a:pt x="99024" y="1807351"/>
                </a:lnTo>
                <a:lnTo>
                  <a:pt x="111481" y="1763011"/>
                </a:lnTo>
                <a:lnTo>
                  <a:pt x="124638" y="1718969"/>
                </a:lnTo>
                <a:lnTo>
                  <a:pt x="138488" y="1675231"/>
                </a:lnTo>
                <a:lnTo>
                  <a:pt x="153023" y="1631802"/>
                </a:lnTo>
                <a:lnTo>
                  <a:pt x="168239" y="1588689"/>
                </a:lnTo>
                <a:lnTo>
                  <a:pt x="184129" y="1545900"/>
                </a:lnTo>
                <a:lnTo>
                  <a:pt x="200686" y="1503439"/>
                </a:lnTo>
                <a:lnTo>
                  <a:pt x="217903" y="1461314"/>
                </a:lnTo>
                <a:lnTo>
                  <a:pt x="235776" y="1419530"/>
                </a:lnTo>
                <a:lnTo>
                  <a:pt x="254296" y="1378095"/>
                </a:lnTo>
                <a:lnTo>
                  <a:pt x="273458" y="1337014"/>
                </a:lnTo>
                <a:lnTo>
                  <a:pt x="293256" y="1296294"/>
                </a:lnTo>
                <a:lnTo>
                  <a:pt x="313682" y="1255942"/>
                </a:lnTo>
                <a:lnTo>
                  <a:pt x="334731" y="1215963"/>
                </a:lnTo>
                <a:lnTo>
                  <a:pt x="356396" y="1176364"/>
                </a:lnTo>
                <a:lnTo>
                  <a:pt x="378671" y="1137152"/>
                </a:lnTo>
                <a:lnTo>
                  <a:pt x="401550" y="1098333"/>
                </a:lnTo>
                <a:lnTo>
                  <a:pt x="425025" y="1059912"/>
                </a:lnTo>
                <a:lnTo>
                  <a:pt x="449092" y="1021898"/>
                </a:lnTo>
                <a:lnTo>
                  <a:pt x="473742" y="984295"/>
                </a:lnTo>
                <a:lnTo>
                  <a:pt x="498971" y="947111"/>
                </a:lnTo>
                <a:lnTo>
                  <a:pt x="524771" y="910352"/>
                </a:lnTo>
                <a:lnTo>
                  <a:pt x="551136" y="874024"/>
                </a:lnTo>
                <a:lnTo>
                  <a:pt x="578060" y="838133"/>
                </a:lnTo>
                <a:lnTo>
                  <a:pt x="605536" y="802686"/>
                </a:lnTo>
                <a:lnTo>
                  <a:pt x="633559" y="767690"/>
                </a:lnTo>
                <a:lnTo>
                  <a:pt x="662121" y="733150"/>
                </a:lnTo>
                <a:lnTo>
                  <a:pt x="691216" y="699073"/>
                </a:lnTo>
                <a:lnTo>
                  <a:pt x="720838" y="665466"/>
                </a:lnTo>
                <a:lnTo>
                  <a:pt x="750981" y="632334"/>
                </a:lnTo>
                <a:lnTo>
                  <a:pt x="781637" y="599685"/>
                </a:lnTo>
                <a:lnTo>
                  <a:pt x="812802" y="567524"/>
                </a:lnTo>
                <a:lnTo>
                  <a:pt x="844468" y="535858"/>
                </a:lnTo>
                <a:lnTo>
                  <a:pt x="876628" y="504694"/>
                </a:lnTo>
                <a:lnTo>
                  <a:pt x="909278" y="474037"/>
                </a:lnTo>
                <a:lnTo>
                  <a:pt x="942409" y="443894"/>
                </a:lnTo>
                <a:lnTo>
                  <a:pt x="976017" y="414272"/>
                </a:lnTo>
                <a:lnTo>
                  <a:pt x="1010093" y="385177"/>
                </a:lnTo>
                <a:lnTo>
                  <a:pt x="1044633" y="356615"/>
                </a:lnTo>
                <a:lnTo>
                  <a:pt x="1079630" y="328593"/>
                </a:lnTo>
                <a:lnTo>
                  <a:pt x="1115076" y="301116"/>
                </a:lnTo>
                <a:lnTo>
                  <a:pt x="1150967" y="274192"/>
                </a:lnTo>
                <a:lnTo>
                  <a:pt x="1187295" y="247827"/>
                </a:lnTo>
                <a:lnTo>
                  <a:pt x="1224055" y="222027"/>
                </a:lnTo>
                <a:lnTo>
                  <a:pt x="1261239" y="196798"/>
                </a:lnTo>
                <a:lnTo>
                  <a:pt x="1298841" y="172148"/>
                </a:lnTo>
                <a:lnTo>
                  <a:pt x="1336856" y="148082"/>
                </a:lnTo>
                <a:lnTo>
                  <a:pt x="1375276" y="124606"/>
                </a:lnTo>
                <a:lnTo>
                  <a:pt x="1414096" y="101728"/>
                </a:lnTo>
                <a:lnTo>
                  <a:pt x="1453308" y="79453"/>
                </a:lnTo>
                <a:lnTo>
                  <a:pt x="1492906" y="57787"/>
                </a:lnTo>
                <a:lnTo>
                  <a:pt x="1532885" y="36738"/>
                </a:lnTo>
                <a:lnTo>
                  <a:pt x="1573238" y="16312"/>
                </a:lnTo>
                <a:lnTo>
                  <a:pt x="1606790" y="0"/>
                </a:lnTo>
                <a:lnTo>
                  <a:pt x="1606790" y="2551981"/>
                </a:lnTo>
                <a:close/>
              </a:path>
            </a:pathLst>
          </a:custGeom>
          <a:solidFill>
            <a:srgbClr val="F59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6368565" y="154"/>
            <a:ext cx="895350" cy="1952625"/>
          </a:xfrm>
          <a:custGeom>
            <a:avLst/>
            <a:gdLst/>
            <a:ahLst/>
            <a:cxnLst/>
            <a:rect l="l" t="t" r="r" b="b"/>
            <a:pathLst>
              <a:path w="895350" h="1952625">
                <a:moveTo>
                  <a:pt x="447446" y="1952316"/>
                </a:moveTo>
                <a:lnTo>
                  <a:pt x="0" y="1796217"/>
                </a:lnTo>
                <a:lnTo>
                  <a:pt x="228" y="1667880"/>
                </a:lnTo>
                <a:lnTo>
                  <a:pt x="1142" y="468822"/>
                </a:lnTo>
                <a:lnTo>
                  <a:pt x="0" y="0"/>
                </a:lnTo>
                <a:lnTo>
                  <a:pt x="895349" y="0"/>
                </a:lnTo>
                <a:lnTo>
                  <a:pt x="895349" y="1796217"/>
                </a:lnTo>
                <a:lnTo>
                  <a:pt x="447446" y="1952316"/>
                </a:lnTo>
                <a:close/>
              </a:path>
            </a:pathLst>
          </a:custGeom>
          <a:solidFill>
            <a:srgbClr val="B18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127250" y="0"/>
            <a:ext cx="13868400" cy="767080"/>
          </a:xfrm>
          <a:custGeom>
            <a:avLst/>
            <a:gdLst/>
            <a:ahLst/>
            <a:cxnLst/>
            <a:rect l="l" t="t" r="r" b="b"/>
            <a:pathLst>
              <a:path w="13868400" h="767080">
                <a:moveTo>
                  <a:pt x="0" y="0"/>
                </a:moveTo>
                <a:lnTo>
                  <a:pt x="13868399" y="0"/>
                </a:lnTo>
                <a:lnTo>
                  <a:pt x="13868399" y="766969"/>
                </a:lnTo>
                <a:lnTo>
                  <a:pt x="0" y="766969"/>
                </a:lnTo>
                <a:lnTo>
                  <a:pt x="0" y="0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62013" y="3414011"/>
            <a:ext cx="2016946" cy="2028711"/>
          </a:xfrm>
          <a:prstGeom prst="rect">
            <a:avLst/>
          </a:prstGeom>
        </p:spPr>
      </p:pic>
      <p:grpSp>
        <p:nvGrpSpPr>
          <p:cNvPr id="59" name="object 39"/>
          <p:cNvGrpSpPr/>
          <p:nvPr/>
        </p:nvGrpSpPr>
        <p:grpSpPr>
          <a:xfrm rot="21024947">
            <a:off x="11793114" y="3107074"/>
            <a:ext cx="887094" cy="430530"/>
            <a:chOff x="11440167" y="4164432"/>
            <a:chExt cx="887094" cy="430530"/>
          </a:xfrm>
        </p:grpSpPr>
        <p:sp>
          <p:nvSpPr>
            <p:cNvPr id="60" name="object 40"/>
            <p:cNvSpPr/>
            <p:nvPr/>
          </p:nvSpPr>
          <p:spPr>
            <a:xfrm>
              <a:off x="11468742" y="4283215"/>
              <a:ext cx="697865" cy="283210"/>
            </a:xfrm>
            <a:custGeom>
              <a:avLst/>
              <a:gdLst/>
              <a:ahLst/>
              <a:cxnLst/>
              <a:rect l="l" t="t" r="r" b="b"/>
              <a:pathLst>
                <a:path w="697865" h="283210">
                  <a:moveTo>
                    <a:pt x="0" y="282819"/>
                  </a:moveTo>
                  <a:lnTo>
                    <a:pt x="697260" y="0"/>
                  </a:lnTo>
                </a:path>
              </a:pathLst>
            </a:custGeom>
            <a:ln w="57157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31691" y="4164432"/>
              <a:ext cx="195426" cy="216064"/>
            </a:xfrm>
            <a:prstGeom prst="rect">
              <a:avLst/>
            </a:prstGeom>
          </p:spPr>
        </p:pic>
      </p:grpSp>
      <p:grpSp>
        <p:nvGrpSpPr>
          <p:cNvPr id="62" name="object 39"/>
          <p:cNvGrpSpPr/>
          <p:nvPr/>
        </p:nvGrpSpPr>
        <p:grpSpPr>
          <a:xfrm>
            <a:off x="3986935" y="2804935"/>
            <a:ext cx="1280647" cy="795102"/>
            <a:chOff x="11440167" y="4164432"/>
            <a:chExt cx="887094" cy="430530"/>
          </a:xfrm>
        </p:grpSpPr>
        <p:sp>
          <p:nvSpPr>
            <p:cNvPr id="63" name="object 40"/>
            <p:cNvSpPr/>
            <p:nvPr/>
          </p:nvSpPr>
          <p:spPr>
            <a:xfrm>
              <a:off x="11468742" y="4283215"/>
              <a:ext cx="697865" cy="283210"/>
            </a:xfrm>
            <a:custGeom>
              <a:avLst/>
              <a:gdLst/>
              <a:ahLst/>
              <a:cxnLst/>
              <a:rect l="l" t="t" r="r" b="b"/>
              <a:pathLst>
                <a:path w="697865" h="283210">
                  <a:moveTo>
                    <a:pt x="0" y="282819"/>
                  </a:moveTo>
                  <a:lnTo>
                    <a:pt x="697260" y="0"/>
                  </a:lnTo>
                </a:path>
              </a:pathLst>
            </a:custGeom>
            <a:ln w="57157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31691" y="4164432"/>
              <a:ext cx="195426" cy="216064"/>
            </a:xfrm>
            <a:prstGeom prst="rect">
              <a:avLst/>
            </a:prstGeom>
          </p:spPr>
        </p:pic>
      </p:grpSp>
      <p:grpSp>
        <p:nvGrpSpPr>
          <p:cNvPr id="65" name="object 8"/>
          <p:cNvGrpSpPr/>
          <p:nvPr/>
        </p:nvGrpSpPr>
        <p:grpSpPr>
          <a:xfrm>
            <a:off x="5715739" y="5630309"/>
            <a:ext cx="1928495" cy="2248535"/>
            <a:chOff x="11639814" y="4040351"/>
            <a:chExt cx="1928495" cy="2248535"/>
          </a:xfrm>
        </p:grpSpPr>
        <p:sp>
          <p:nvSpPr>
            <p:cNvPr id="66" name="object 9"/>
            <p:cNvSpPr/>
            <p:nvPr/>
          </p:nvSpPr>
          <p:spPr>
            <a:xfrm>
              <a:off x="11829402" y="4040351"/>
              <a:ext cx="1739264" cy="2248535"/>
            </a:xfrm>
            <a:custGeom>
              <a:avLst/>
              <a:gdLst/>
              <a:ahLst/>
              <a:cxnLst/>
              <a:rect l="l" t="t" r="r" b="b"/>
              <a:pathLst>
                <a:path w="1739265" h="2248535">
                  <a:moveTo>
                    <a:pt x="1544928" y="2248076"/>
                  </a:moveTo>
                  <a:lnTo>
                    <a:pt x="193898" y="2248076"/>
                  </a:lnTo>
                  <a:lnTo>
                    <a:pt x="149439" y="2242956"/>
                  </a:lnTo>
                  <a:lnTo>
                    <a:pt x="108627" y="2228371"/>
                  </a:lnTo>
                  <a:lnTo>
                    <a:pt x="72625" y="2205486"/>
                  </a:lnTo>
                  <a:lnTo>
                    <a:pt x="42598" y="2175464"/>
                  </a:lnTo>
                  <a:lnTo>
                    <a:pt x="19708" y="2139469"/>
                  </a:lnTo>
                  <a:lnTo>
                    <a:pt x="5121" y="2098665"/>
                  </a:lnTo>
                  <a:lnTo>
                    <a:pt x="0" y="2054215"/>
                  </a:lnTo>
                  <a:lnTo>
                    <a:pt x="8" y="2048752"/>
                  </a:lnTo>
                  <a:lnTo>
                    <a:pt x="129471" y="2048752"/>
                  </a:lnTo>
                  <a:lnTo>
                    <a:pt x="160654" y="2042409"/>
                  </a:lnTo>
                  <a:lnTo>
                    <a:pt x="186120" y="2025104"/>
                  </a:lnTo>
                  <a:lnTo>
                    <a:pt x="203290" y="1999421"/>
                  </a:lnTo>
                  <a:lnTo>
                    <a:pt x="209586" y="1967948"/>
                  </a:lnTo>
                  <a:lnTo>
                    <a:pt x="203290" y="1936447"/>
                  </a:lnTo>
                  <a:lnTo>
                    <a:pt x="186120" y="1910704"/>
                  </a:lnTo>
                  <a:lnTo>
                    <a:pt x="160654" y="1893338"/>
                  </a:lnTo>
                  <a:lnTo>
                    <a:pt x="129471" y="1886967"/>
                  </a:lnTo>
                  <a:lnTo>
                    <a:pt x="0" y="1886967"/>
                  </a:lnTo>
                  <a:lnTo>
                    <a:pt x="8" y="1637856"/>
                  </a:lnTo>
                  <a:lnTo>
                    <a:pt x="129471" y="1637856"/>
                  </a:lnTo>
                  <a:lnTo>
                    <a:pt x="160654" y="1631498"/>
                  </a:lnTo>
                  <a:lnTo>
                    <a:pt x="186120" y="1614152"/>
                  </a:lnTo>
                  <a:lnTo>
                    <a:pt x="203290" y="1588413"/>
                  </a:lnTo>
                  <a:lnTo>
                    <a:pt x="209586" y="1556875"/>
                  </a:lnTo>
                  <a:lnTo>
                    <a:pt x="203290" y="1525402"/>
                  </a:lnTo>
                  <a:lnTo>
                    <a:pt x="186120" y="1499720"/>
                  </a:lnTo>
                  <a:lnTo>
                    <a:pt x="160654" y="1482414"/>
                  </a:lnTo>
                  <a:lnTo>
                    <a:pt x="129471" y="1476071"/>
                  </a:lnTo>
                  <a:lnTo>
                    <a:pt x="8" y="1476071"/>
                  </a:lnTo>
                  <a:lnTo>
                    <a:pt x="0" y="1226960"/>
                  </a:lnTo>
                  <a:lnTo>
                    <a:pt x="129471" y="1226960"/>
                  </a:lnTo>
                  <a:lnTo>
                    <a:pt x="160654" y="1220589"/>
                  </a:lnTo>
                  <a:lnTo>
                    <a:pt x="186120" y="1203223"/>
                  </a:lnTo>
                  <a:lnTo>
                    <a:pt x="203290" y="1177480"/>
                  </a:lnTo>
                  <a:lnTo>
                    <a:pt x="209586" y="1145979"/>
                  </a:lnTo>
                  <a:lnTo>
                    <a:pt x="203290" y="1114492"/>
                  </a:lnTo>
                  <a:lnTo>
                    <a:pt x="186120" y="1088779"/>
                  </a:lnTo>
                  <a:lnTo>
                    <a:pt x="160654" y="1071443"/>
                  </a:lnTo>
                  <a:lnTo>
                    <a:pt x="129471" y="1065087"/>
                  </a:lnTo>
                  <a:lnTo>
                    <a:pt x="8" y="1065087"/>
                  </a:lnTo>
                  <a:lnTo>
                    <a:pt x="0" y="815976"/>
                  </a:lnTo>
                  <a:lnTo>
                    <a:pt x="129471" y="815976"/>
                  </a:lnTo>
                  <a:lnTo>
                    <a:pt x="160654" y="809619"/>
                  </a:lnTo>
                  <a:lnTo>
                    <a:pt x="186120" y="792283"/>
                  </a:lnTo>
                  <a:lnTo>
                    <a:pt x="203290" y="766570"/>
                  </a:lnTo>
                  <a:lnTo>
                    <a:pt x="209586" y="735083"/>
                  </a:lnTo>
                  <a:lnTo>
                    <a:pt x="203290" y="703582"/>
                  </a:lnTo>
                  <a:lnTo>
                    <a:pt x="186120" y="677839"/>
                  </a:lnTo>
                  <a:lnTo>
                    <a:pt x="160654" y="660473"/>
                  </a:lnTo>
                  <a:lnTo>
                    <a:pt x="129471" y="654102"/>
                  </a:lnTo>
                  <a:lnTo>
                    <a:pt x="0" y="654102"/>
                  </a:lnTo>
                  <a:lnTo>
                    <a:pt x="8" y="404992"/>
                  </a:lnTo>
                  <a:lnTo>
                    <a:pt x="129471" y="404992"/>
                  </a:lnTo>
                  <a:lnTo>
                    <a:pt x="160654" y="398635"/>
                  </a:lnTo>
                  <a:lnTo>
                    <a:pt x="186120" y="381299"/>
                  </a:lnTo>
                  <a:lnTo>
                    <a:pt x="203290" y="355586"/>
                  </a:lnTo>
                  <a:lnTo>
                    <a:pt x="209586" y="324099"/>
                  </a:lnTo>
                  <a:lnTo>
                    <a:pt x="203290" y="292612"/>
                  </a:lnTo>
                  <a:lnTo>
                    <a:pt x="186120" y="266899"/>
                  </a:lnTo>
                  <a:lnTo>
                    <a:pt x="160654" y="249563"/>
                  </a:lnTo>
                  <a:lnTo>
                    <a:pt x="129471" y="243206"/>
                  </a:lnTo>
                  <a:lnTo>
                    <a:pt x="0" y="243206"/>
                  </a:lnTo>
                  <a:lnTo>
                    <a:pt x="0" y="193860"/>
                  </a:lnTo>
                  <a:lnTo>
                    <a:pt x="5121" y="149410"/>
                  </a:lnTo>
                  <a:lnTo>
                    <a:pt x="19708" y="108606"/>
                  </a:lnTo>
                  <a:lnTo>
                    <a:pt x="42598" y="72611"/>
                  </a:lnTo>
                  <a:lnTo>
                    <a:pt x="72625" y="42589"/>
                  </a:lnTo>
                  <a:lnTo>
                    <a:pt x="108627" y="19704"/>
                  </a:lnTo>
                  <a:lnTo>
                    <a:pt x="149439" y="5120"/>
                  </a:lnTo>
                  <a:lnTo>
                    <a:pt x="193898" y="0"/>
                  </a:lnTo>
                  <a:lnTo>
                    <a:pt x="1545005" y="8"/>
                  </a:lnTo>
                  <a:lnTo>
                    <a:pt x="1245955" y="8"/>
                  </a:lnTo>
                  <a:lnTo>
                    <a:pt x="1245955" y="390558"/>
                  </a:lnTo>
                  <a:lnTo>
                    <a:pt x="1248940" y="407380"/>
                  </a:lnTo>
                  <a:lnTo>
                    <a:pt x="1257066" y="416254"/>
                  </a:lnTo>
                  <a:lnTo>
                    <a:pt x="1269094" y="416611"/>
                  </a:lnTo>
                  <a:lnTo>
                    <a:pt x="1738827" y="416611"/>
                  </a:lnTo>
                  <a:lnTo>
                    <a:pt x="1738827" y="864802"/>
                  </a:lnTo>
                  <a:lnTo>
                    <a:pt x="499455" y="864802"/>
                  </a:lnTo>
                  <a:lnTo>
                    <a:pt x="466971" y="886330"/>
                  </a:lnTo>
                  <a:lnTo>
                    <a:pt x="464201" y="900049"/>
                  </a:lnTo>
                  <a:lnTo>
                    <a:pt x="466971" y="913769"/>
                  </a:lnTo>
                  <a:lnTo>
                    <a:pt x="474527" y="924973"/>
                  </a:lnTo>
                  <a:lnTo>
                    <a:pt x="485733" y="932527"/>
                  </a:lnTo>
                  <a:lnTo>
                    <a:pt x="499455" y="935297"/>
                  </a:lnTo>
                  <a:lnTo>
                    <a:pt x="1738827" y="935297"/>
                  </a:lnTo>
                  <a:lnTo>
                    <a:pt x="1738827" y="1022446"/>
                  </a:lnTo>
                  <a:lnTo>
                    <a:pt x="499455" y="1022446"/>
                  </a:lnTo>
                  <a:lnTo>
                    <a:pt x="485733" y="1025216"/>
                  </a:lnTo>
                  <a:lnTo>
                    <a:pt x="474527" y="1032770"/>
                  </a:lnTo>
                  <a:lnTo>
                    <a:pt x="466971" y="1043974"/>
                  </a:lnTo>
                  <a:lnTo>
                    <a:pt x="464201" y="1057693"/>
                  </a:lnTo>
                  <a:lnTo>
                    <a:pt x="466971" y="1071413"/>
                  </a:lnTo>
                  <a:lnTo>
                    <a:pt x="474527" y="1082616"/>
                  </a:lnTo>
                  <a:lnTo>
                    <a:pt x="485733" y="1090171"/>
                  </a:lnTo>
                  <a:lnTo>
                    <a:pt x="499455" y="1092941"/>
                  </a:lnTo>
                  <a:lnTo>
                    <a:pt x="1738827" y="1092941"/>
                  </a:lnTo>
                  <a:lnTo>
                    <a:pt x="1738827" y="1194814"/>
                  </a:lnTo>
                  <a:lnTo>
                    <a:pt x="499455" y="1194814"/>
                  </a:lnTo>
                  <a:lnTo>
                    <a:pt x="485733" y="1197584"/>
                  </a:lnTo>
                  <a:lnTo>
                    <a:pt x="474527" y="1205138"/>
                  </a:lnTo>
                  <a:lnTo>
                    <a:pt x="466971" y="1216342"/>
                  </a:lnTo>
                  <a:lnTo>
                    <a:pt x="464201" y="1230062"/>
                  </a:lnTo>
                  <a:lnTo>
                    <a:pt x="466971" y="1243781"/>
                  </a:lnTo>
                  <a:lnTo>
                    <a:pt x="474527" y="1254985"/>
                  </a:lnTo>
                  <a:lnTo>
                    <a:pt x="485733" y="1262539"/>
                  </a:lnTo>
                  <a:lnTo>
                    <a:pt x="499455" y="1265309"/>
                  </a:lnTo>
                  <a:lnTo>
                    <a:pt x="1738827" y="1265309"/>
                  </a:lnTo>
                  <a:lnTo>
                    <a:pt x="1738827" y="2054215"/>
                  </a:lnTo>
                  <a:lnTo>
                    <a:pt x="1733706" y="2098665"/>
                  </a:lnTo>
                  <a:lnTo>
                    <a:pt x="1719118" y="2139469"/>
                  </a:lnTo>
                  <a:lnTo>
                    <a:pt x="1696229" y="2175464"/>
                  </a:lnTo>
                  <a:lnTo>
                    <a:pt x="1666201" y="2205486"/>
                  </a:lnTo>
                  <a:lnTo>
                    <a:pt x="1630199" y="2228371"/>
                  </a:lnTo>
                  <a:lnTo>
                    <a:pt x="1589387" y="2242956"/>
                  </a:lnTo>
                  <a:lnTo>
                    <a:pt x="1544928" y="2248076"/>
                  </a:lnTo>
                  <a:close/>
                </a:path>
                <a:path w="1739265" h="2248535">
                  <a:moveTo>
                    <a:pt x="1738827" y="416611"/>
                  </a:moveTo>
                  <a:lnTo>
                    <a:pt x="1454036" y="416611"/>
                  </a:lnTo>
                  <a:lnTo>
                    <a:pt x="1466065" y="416254"/>
                  </a:lnTo>
                  <a:lnTo>
                    <a:pt x="1474193" y="407380"/>
                  </a:lnTo>
                  <a:lnTo>
                    <a:pt x="1477179" y="390558"/>
                  </a:lnTo>
                  <a:lnTo>
                    <a:pt x="1477179" y="8"/>
                  </a:lnTo>
                  <a:lnTo>
                    <a:pt x="1545005" y="8"/>
                  </a:lnTo>
                  <a:lnTo>
                    <a:pt x="1589387" y="5120"/>
                  </a:lnTo>
                  <a:lnTo>
                    <a:pt x="1630199" y="19704"/>
                  </a:lnTo>
                  <a:lnTo>
                    <a:pt x="1666201" y="42589"/>
                  </a:lnTo>
                  <a:lnTo>
                    <a:pt x="1696229" y="72611"/>
                  </a:lnTo>
                  <a:lnTo>
                    <a:pt x="1719118" y="108606"/>
                  </a:lnTo>
                  <a:lnTo>
                    <a:pt x="1733706" y="149410"/>
                  </a:lnTo>
                  <a:lnTo>
                    <a:pt x="1738827" y="193860"/>
                  </a:lnTo>
                  <a:lnTo>
                    <a:pt x="1738827" y="416611"/>
                  </a:lnTo>
                  <a:close/>
                </a:path>
                <a:path w="1739265" h="2248535">
                  <a:moveTo>
                    <a:pt x="1454036" y="416611"/>
                  </a:moveTo>
                  <a:lnTo>
                    <a:pt x="1269094" y="416611"/>
                  </a:lnTo>
                  <a:lnTo>
                    <a:pt x="1283783" y="407882"/>
                  </a:lnTo>
                  <a:lnTo>
                    <a:pt x="1323735" y="373419"/>
                  </a:lnTo>
                  <a:lnTo>
                    <a:pt x="1341410" y="363322"/>
                  </a:lnTo>
                  <a:lnTo>
                    <a:pt x="1361567" y="359956"/>
                  </a:lnTo>
                  <a:lnTo>
                    <a:pt x="1381724" y="363322"/>
                  </a:lnTo>
                  <a:lnTo>
                    <a:pt x="1399399" y="373419"/>
                  </a:lnTo>
                  <a:lnTo>
                    <a:pt x="1439351" y="407882"/>
                  </a:lnTo>
                  <a:lnTo>
                    <a:pt x="1454036" y="416611"/>
                  </a:lnTo>
                  <a:close/>
                </a:path>
                <a:path w="1739265" h="2248535">
                  <a:moveTo>
                    <a:pt x="1738827" y="935297"/>
                  </a:moveTo>
                  <a:lnTo>
                    <a:pt x="1401232" y="935297"/>
                  </a:lnTo>
                  <a:lnTo>
                    <a:pt x="1414954" y="932527"/>
                  </a:lnTo>
                  <a:lnTo>
                    <a:pt x="1426160" y="924973"/>
                  </a:lnTo>
                  <a:lnTo>
                    <a:pt x="1433716" y="913769"/>
                  </a:lnTo>
                  <a:lnTo>
                    <a:pt x="1436486" y="900049"/>
                  </a:lnTo>
                  <a:lnTo>
                    <a:pt x="1433716" y="886330"/>
                  </a:lnTo>
                  <a:lnTo>
                    <a:pt x="1426160" y="875126"/>
                  </a:lnTo>
                  <a:lnTo>
                    <a:pt x="1414954" y="867572"/>
                  </a:lnTo>
                  <a:lnTo>
                    <a:pt x="1401232" y="864802"/>
                  </a:lnTo>
                  <a:lnTo>
                    <a:pt x="1738827" y="864802"/>
                  </a:lnTo>
                  <a:lnTo>
                    <a:pt x="1738827" y="935297"/>
                  </a:lnTo>
                  <a:close/>
                </a:path>
                <a:path w="1739265" h="2248535">
                  <a:moveTo>
                    <a:pt x="1738827" y="1092941"/>
                  </a:moveTo>
                  <a:lnTo>
                    <a:pt x="1401232" y="1092941"/>
                  </a:lnTo>
                  <a:lnTo>
                    <a:pt x="1414954" y="1090171"/>
                  </a:lnTo>
                  <a:lnTo>
                    <a:pt x="1426160" y="1082616"/>
                  </a:lnTo>
                  <a:lnTo>
                    <a:pt x="1433716" y="1071413"/>
                  </a:lnTo>
                  <a:lnTo>
                    <a:pt x="1436486" y="1057693"/>
                  </a:lnTo>
                  <a:lnTo>
                    <a:pt x="1433716" y="1043974"/>
                  </a:lnTo>
                  <a:lnTo>
                    <a:pt x="1426160" y="1032770"/>
                  </a:lnTo>
                  <a:lnTo>
                    <a:pt x="1414954" y="1025216"/>
                  </a:lnTo>
                  <a:lnTo>
                    <a:pt x="1401232" y="1022446"/>
                  </a:lnTo>
                  <a:lnTo>
                    <a:pt x="1738827" y="1022446"/>
                  </a:lnTo>
                  <a:lnTo>
                    <a:pt x="1738827" y="1092941"/>
                  </a:lnTo>
                  <a:close/>
                </a:path>
                <a:path w="1739265" h="2248535">
                  <a:moveTo>
                    <a:pt x="1738827" y="1265309"/>
                  </a:moveTo>
                  <a:lnTo>
                    <a:pt x="1401232" y="1265309"/>
                  </a:lnTo>
                  <a:lnTo>
                    <a:pt x="1414954" y="1262539"/>
                  </a:lnTo>
                  <a:lnTo>
                    <a:pt x="1426160" y="1254985"/>
                  </a:lnTo>
                  <a:lnTo>
                    <a:pt x="1433716" y="1243781"/>
                  </a:lnTo>
                  <a:lnTo>
                    <a:pt x="1436486" y="1230062"/>
                  </a:lnTo>
                  <a:lnTo>
                    <a:pt x="1433716" y="1216342"/>
                  </a:lnTo>
                  <a:lnTo>
                    <a:pt x="1426160" y="1205138"/>
                  </a:lnTo>
                  <a:lnTo>
                    <a:pt x="1414954" y="1197584"/>
                  </a:lnTo>
                  <a:lnTo>
                    <a:pt x="1401232" y="1194814"/>
                  </a:lnTo>
                  <a:lnTo>
                    <a:pt x="1738827" y="1194814"/>
                  </a:lnTo>
                  <a:lnTo>
                    <a:pt x="1738827" y="1265309"/>
                  </a:lnTo>
                  <a:close/>
                </a:path>
              </a:pathLst>
            </a:custGeom>
            <a:solidFill>
              <a:srgbClr val="B024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9814" y="4283575"/>
              <a:ext cx="189597" cy="161802"/>
            </a:xfrm>
            <a:prstGeom prst="rect">
              <a:avLst/>
            </a:prstGeom>
          </p:spPr>
        </p:pic>
        <p:pic>
          <p:nvPicPr>
            <p:cNvPr id="68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39814" y="4694498"/>
              <a:ext cx="189597" cy="161802"/>
            </a:xfrm>
            <a:prstGeom prst="rect">
              <a:avLst/>
            </a:prstGeom>
          </p:spPr>
        </p:pic>
        <p:pic>
          <p:nvPicPr>
            <p:cNvPr id="69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39814" y="5105403"/>
              <a:ext cx="189606" cy="161891"/>
            </a:xfrm>
            <a:prstGeom prst="rect">
              <a:avLst/>
            </a:prstGeom>
          </p:spPr>
        </p:pic>
        <p:pic>
          <p:nvPicPr>
            <p:cNvPr id="70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9814" y="5516413"/>
              <a:ext cx="189597" cy="161803"/>
            </a:xfrm>
            <a:prstGeom prst="rect">
              <a:avLst/>
            </a:prstGeom>
          </p:spPr>
        </p:pic>
        <p:pic>
          <p:nvPicPr>
            <p:cNvPr id="71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639814" y="5927327"/>
              <a:ext cx="189597" cy="161802"/>
            </a:xfrm>
            <a:prstGeom prst="rect">
              <a:avLst/>
            </a:prstGeom>
          </p:spPr>
        </p:pic>
      </p:grpSp>
      <p:sp>
        <p:nvSpPr>
          <p:cNvPr id="72" name="object 30"/>
          <p:cNvSpPr txBox="1">
            <a:spLocks/>
          </p:cNvSpPr>
          <p:nvPr/>
        </p:nvSpPr>
        <p:spPr>
          <a:xfrm>
            <a:off x="5887177" y="3388757"/>
            <a:ext cx="2343150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9000" b="1" i="0">
                <a:solidFill>
                  <a:schemeClr val="tx1"/>
                </a:solidFill>
                <a:latin typeface="Consolas"/>
                <a:ea typeface="+mj-ea"/>
                <a:cs typeface="Consola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fr-FR" sz="4000" kern="0" spc="-130" dirty="0" smtClean="0">
                <a:latin typeface="Tahoma"/>
                <a:cs typeface="Tahoma"/>
              </a:rPr>
              <a:t>Caméra</a:t>
            </a:r>
            <a:endParaRPr lang="en-US" sz="4000" kern="0" dirty="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13931" y="166"/>
            <a:ext cx="1474470" cy="10287000"/>
          </a:xfrm>
          <a:custGeom>
            <a:avLst/>
            <a:gdLst/>
            <a:ahLst/>
            <a:cxnLst/>
            <a:rect l="l" t="t" r="r" b="b"/>
            <a:pathLst>
              <a:path w="1474469" h="10287000">
                <a:moveTo>
                  <a:pt x="0" y="0"/>
                </a:moveTo>
                <a:lnTo>
                  <a:pt x="1474067" y="0"/>
                </a:lnTo>
                <a:lnTo>
                  <a:pt x="1474067" y="10286661"/>
                </a:lnTo>
                <a:lnTo>
                  <a:pt x="0" y="10286661"/>
                </a:lnTo>
                <a:lnTo>
                  <a:pt x="0" y="0"/>
                </a:lnTo>
                <a:close/>
              </a:path>
            </a:pathLst>
          </a:custGeom>
          <a:solidFill>
            <a:srgbClr val="ABC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178534" y="2580152"/>
            <a:ext cx="354965" cy="168910"/>
            <a:chOff x="7178534" y="2580152"/>
            <a:chExt cx="354965" cy="168910"/>
          </a:xfrm>
        </p:grpSpPr>
        <p:sp>
          <p:nvSpPr>
            <p:cNvPr id="7" name="object 7"/>
            <p:cNvSpPr/>
            <p:nvPr/>
          </p:nvSpPr>
          <p:spPr>
            <a:xfrm>
              <a:off x="7191650" y="2593309"/>
              <a:ext cx="328295" cy="142875"/>
            </a:xfrm>
            <a:custGeom>
              <a:avLst/>
              <a:gdLst/>
              <a:ahLst/>
              <a:cxnLst/>
              <a:rect l="l" t="t" r="r" b="b"/>
              <a:pathLst>
                <a:path w="328295" h="142875">
                  <a:moveTo>
                    <a:pt x="257106" y="142480"/>
                  </a:moveTo>
                  <a:lnTo>
                    <a:pt x="70981" y="142480"/>
                  </a:lnTo>
                  <a:lnTo>
                    <a:pt x="43352" y="136879"/>
                  </a:lnTo>
                  <a:lnTo>
                    <a:pt x="20790" y="121606"/>
                  </a:lnTo>
                  <a:lnTo>
                    <a:pt x="5578" y="98961"/>
                  </a:lnTo>
                  <a:lnTo>
                    <a:pt x="0" y="71240"/>
                  </a:lnTo>
                  <a:lnTo>
                    <a:pt x="5578" y="43503"/>
                  </a:lnTo>
                  <a:lnTo>
                    <a:pt x="20790" y="20859"/>
                  </a:lnTo>
                  <a:lnTo>
                    <a:pt x="43352" y="5596"/>
                  </a:lnTo>
                  <a:lnTo>
                    <a:pt x="70981" y="0"/>
                  </a:lnTo>
                  <a:lnTo>
                    <a:pt x="257106" y="0"/>
                  </a:lnTo>
                  <a:lnTo>
                    <a:pt x="284741" y="5596"/>
                  </a:lnTo>
                  <a:lnTo>
                    <a:pt x="307316" y="20859"/>
                  </a:lnTo>
                  <a:lnTo>
                    <a:pt x="322540" y="43503"/>
                  </a:lnTo>
                  <a:lnTo>
                    <a:pt x="328124" y="71240"/>
                  </a:lnTo>
                  <a:lnTo>
                    <a:pt x="322540" y="98961"/>
                  </a:lnTo>
                  <a:lnTo>
                    <a:pt x="307316" y="121606"/>
                  </a:lnTo>
                  <a:lnTo>
                    <a:pt x="284741" y="136879"/>
                  </a:lnTo>
                  <a:lnTo>
                    <a:pt x="257106" y="142480"/>
                  </a:lnTo>
                  <a:close/>
                </a:path>
              </a:pathLst>
            </a:custGeom>
            <a:solidFill>
              <a:srgbClr val="90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78534" y="2580152"/>
              <a:ext cx="354965" cy="168910"/>
            </a:xfrm>
            <a:custGeom>
              <a:avLst/>
              <a:gdLst/>
              <a:ahLst/>
              <a:cxnLst/>
              <a:rect l="l" t="t" r="r" b="b"/>
              <a:pathLst>
                <a:path w="354965" h="168910">
                  <a:moveTo>
                    <a:pt x="270222" y="168794"/>
                  </a:moveTo>
                  <a:lnTo>
                    <a:pt x="84097" y="168794"/>
                  </a:lnTo>
                  <a:lnTo>
                    <a:pt x="51365" y="162143"/>
                  </a:lnTo>
                  <a:lnTo>
                    <a:pt x="24634" y="144051"/>
                  </a:lnTo>
                  <a:lnTo>
                    <a:pt x="6609" y="117232"/>
                  </a:lnTo>
                  <a:lnTo>
                    <a:pt x="0" y="84397"/>
                  </a:lnTo>
                  <a:lnTo>
                    <a:pt x="6614" y="51531"/>
                  </a:lnTo>
                  <a:lnTo>
                    <a:pt x="24647" y="24715"/>
                  </a:lnTo>
                  <a:lnTo>
                    <a:pt x="51381" y="6641"/>
                  </a:lnTo>
                  <a:lnTo>
                    <a:pt x="84097" y="0"/>
                  </a:lnTo>
                  <a:lnTo>
                    <a:pt x="270222" y="0"/>
                  </a:lnTo>
                  <a:lnTo>
                    <a:pt x="302975" y="6641"/>
                  </a:lnTo>
                  <a:lnTo>
                    <a:pt x="329718" y="24715"/>
                  </a:lnTo>
                  <a:lnTo>
                    <a:pt x="330793" y="26314"/>
                  </a:lnTo>
                  <a:lnTo>
                    <a:pt x="84097" y="26314"/>
                  </a:lnTo>
                  <a:lnTo>
                    <a:pt x="72427" y="27491"/>
                  </a:lnTo>
                  <a:lnTo>
                    <a:pt x="36105" y="51922"/>
                  </a:lnTo>
                  <a:lnTo>
                    <a:pt x="26195" y="84397"/>
                  </a:lnTo>
                  <a:lnTo>
                    <a:pt x="27390" y="96109"/>
                  </a:lnTo>
                  <a:lnTo>
                    <a:pt x="51760" y="132560"/>
                  </a:lnTo>
                  <a:lnTo>
                    <a:pt x="84097" y="142480"/>
                  </a:lnTo>
                  <a:lnTo>
                    <a:pt x="330774" y="142480"/>
                  </a:lnTo>
                  <a:lnTo>
                    <a:pt x="329718" y="144051"/>
                  </a:lnTo>
                  <a:lnTo>
                    <a:pt x="302975" y="162143"/>
                  </a:lnTo>
                  <a:lnTo>
                    <a:pt x="270222" y="168794"/>
                  </a:lnTo>
                  <a:close/>
                </a:path>
                <a:path w="354965" h="168910">
                  <a:moveTo>
                    <a:pt x="330774" y="142480"/>
                  </a:moveTo>
                  <a:lnTo>
                    <a:pt x="270222" y="142480"/>
                  </a:lnTo>
                  <a:lnTo>
                    <a:pt x="281898" y="141302"/>
                  </a:lnTo>
                  <a:lnTo>
                    <a:pt x="292758" y="137919"/>
                  </a:lnTo>
                  <a:lnTo>
                    <a:pt x="323582" y="106998"/>
                  </a:lnTo>
                  <a:lnTo>
                    <a:pt x="328124" y="84397"/>
                  </a:lnTo>
                  <a:lnTo>
                    <a:pt x="326950" y="72669"/>
                  </a:lnTo>
                  <a:lnTo>
                    <a:pt x="302591" y="36218"/>
                  </a:lnTo>
                  <a:lnTo>
                    <a:pt x="270222" y="26314"/>
                  </a:lnTo>
                  <a:lnTo>
                    <a:pt x="330793" y="26314"/>
                  </a:lnTo>
                  <a:lnTo>
                    <a:pt x="347746" y="51531"/>
                  </a:lnTo>
                  <a:lnTo>
                    <a:pt x="354357" y="84397"/>
                  </a:lnTo>
                  <a:lnTo>
                    <a:pt x="347746" y="117232"/>
                  </a:lnTo>
                  <a:lnTo>
                    <a:pt x="330774" y="142480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012370" y="2535778"/>
            <a:ext cx="503555" cy="257810"/>
            <a:chOff x="6012370" y="2535778"/>
            <a:chExt cx="503555" cy="257810"/>
          </a:xfrm>
        </p:grpSpPr>
        <p:sp>
          <p:nvSpPr>
            <p:cNvPr id="10" name="object 10"/>
            <p:cNvSpPr/>
            <p:nvPr/>
          </p:nvSpPr>
          <p:spPr>
            <a:xfrm>
              <a:off x="6025486" y="2548936"/>
              <a:ext cx="477520" cy="231775"/>
            </a:xfrm>
            <a:custGeom>
              <a:avLst/>
              <a:gdLst/>
              <a:ahLst/>
              <a:cxnLst/>
              <a:rect l="l" t="t" r="r" b="b"/>
              <a:pathLst>
                <a:path w="477520" h="231775">
                  <a:moveTo>
                    <a:pt x="374013" y="231189"/>
                  </a:moveTo>
                  <a:lnTo>
                    <a:pt x="103276" y="231189"/>
                  </a:lnTo>
                  <a:lnTo>
                    <a:pt x="63068" y="222107"/>
                  </a:lnTo>
                  <a:lnTo>
                    <a:pt x="30241" y="197338"/>
                  </a:lnTo>
                  <a:lnTo>
                    <a:pt x="8113" y="160601"/>
                  </a:lnTo>
                  <a:lnTo>
                    <a:pt x="0" y="115613"/>
                  </a:lnTo>
                  <a:lnTo>
                    <a:pt x="8113" y="70603"/>
                  </a:lnTo>
                  <a:lnTo>
                    <a:pt x="30241" y="33855"/>
                  </a:lnTo>
                  <a:lnTo>
                    <a:pt x="63068" y="9082"/>
                  </a:lnTo>
                  <a:lnTo>
                    <a:pt x="103276" y="0"/>
                  </a:lnTo>
                  <a:lnTo>
                    <a:pt x="374013" y="0"/>
                  </a:lnTo>
                  <a:lnTo>
                    <a:pt x="414205" y="9082"/>
                  </a:lnTo>
                  <a:lnTo>
                    <a:pt x="447033" y="33855"/>
                  </a:lnTo>
                  <a:lnTo>
                    <a:pt x="469170" y="70603"/>
                  </a:lnTo>
                  <a:lnTo>
                    <a:pt x="477289" y="115613"/>
                  </a:lnTo>
                  <a:lnTo>
                    <a:pt x="469170" y="160601"/>
                  </a:lnTo>
                  <a:lnTo>
                    <a:pt x="447033" y="197338"/>
                  </a:lnTo>
                  <a:lnTo>
                    <a:pt x="414205" y="222107"/>
                  </a:lnTo>
                  <a:lnTo>
                    <a:pt x="374013" y="231189"/>
                  </a:lnTo>
                  <a:close/>
                </a:path>
              </a:pathLst>
            </a:custGeom>
            <a:solidFill>
              <a:srgbClr val="90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12370" y="2535778"/>
              <a:ext cx="503555" cy="257810"/>
            </a:xfrm>
            <a:custGeom>
              <a:avLst/>
              <a:gdLst/>
              <a:ahLst/>
              <a:cxnLst/>
              <a:rect l="l" t="t" r="r" b="b"/>
              <a:pathLst>
                <a:path w="503554" h="257810">
                  <a:moveTo>
                    <a:pt x="387129" y="257504"/>
                  </a:moveTo>
                  <a:lnTo>
                    <a:pt x="116392" y="257504"/>
                  </a:lnTo>
                  <a:lnTo>
                    <a:pt x="92655" y="254818"/>
                  </a:lnTo>
                  <a:lnTo>
                    <a:pt x="50761" y="235115"/>
                  </a:lnTo>
                  <a:lnTo>
                    <a:pt x="19545" y="200208"/>
                  </a:lnTo>
                  <a:lnTo>
                    <a:pt x="2312" y="154439"/>
                  </a:lnTo>
                  <a:lnTo>
                    <a:pt x="0" y="128770"/>
                  </a:lnTo>
                  <a:lnTo>
                    <a:pt x="2312" y="103095"/>
                  </a:lnTo>
                  <a:lnTo>
                    <a:pt x="19545" y="57301"/>
                  </a:lnTo>
                  <a:lnTo>
                    <a:pt x="50761" y="22384"/>
                  </a:lnTo>
                  <a:lnTo>
                    <a:pt x="92655" y="2670"/>
                  </a:lnTo>
                  <a:lnTo>
                    <a:pt x="116392" y="0"/>
                  </a:lnTo>
                  <a:lnTo>
                    <a:pt x="387129" y="0"/>
                  </a:lnTo>
                  <a:lnTo>
                    <a:pt x="410866" y="2670"/>
                  </a:lnTo>
                  <a:lnTo>
                    <a:pt x="432911" y="10333"/>
                  </a:lnTo>
                  <a:lnTo>
                    <a:pt x="452760" y="22384"/>
                  </a:lnTo>
                  <a:lnTo>
                    <a:pt x="457015" y="26314"/>
                  </a:lnTo>
                  <a:lnTo>
                    <a:pt x="116392" y="26314"/>
                  </a:lnTo>
                  <a:lnTo>
                    <a:pt x="98493" y="28324"/>
                  </a:lnTo>
                  <a:lnTo>
                    <a:pt x="53126" y="55798"/>
                  </a:lnTo>
                  <a:lnTo>
                    <a:pt x="28114" y="107832"/>
                  </a:lnTo>
                  <a:lnTo>
                    <a:pt x="26232" y="128770"/>
                  </a:lnTo>
                  <a:lnTo>
                    <a:pt x="28114" y="149687"/>
                  </a:lnTo>
                  <a:lnTo>
                    <a:pt x="41964" y="186573"/>
                  </a:lnTo>
                  <a:lnTo>
                    <a:pt x="81769" y="223372"/>
                  </a:lnTo>
                  <a:lnTo>
                    <a:pt x="116392" y="231189"/>
                  </a:lnTo>
                  <a:lnTo>
                    <a:pt x="457011" y="231189"/>
                  </a:lnTo>
                  <a:lnTo>
                    <a:pt x="452760" y="235115"/>
                  </a:lnTo>
                  <a:lnTo>
                    <a:pt x="432911" y="247157"/>
                  </a:lnTo>
                  <a:lnTo>
                    <a:pt x="410866" y="254818"/>
                  </a:lnTo>
                  <a:lnTo>
                    <a:pt x="387129" y="257504"/>
                  </a:lnTo>
                  <a:close/>
                </a:path>
                <a:path w="503554" h="257810">
                  <a:moveTo>
                    <a:pt x="457011" y="231189"/>
                  </a:moveTo>
                  <a:lnTo>
                    <a:pt x="387129" y="231189"/>
                  </a:lnTo>
                  <a:lnTo>
                    <a:pt x="405012" y="229179"/>
                  </a:lnTo>
                  <a:lnTo>
                    <a:pt x="421738" y="223372"/>
                  </a:lnTo>
                  <a:lnTo>
                    <a:pt x="461562" y="186573"/>
                  </a:lnTo>
                  <a:lnTo>
                    <a:pt x="475422" y="149687"/>
                  </a:lnTo>
                  <a:lnTo>
                    <a:pt x="477289" y="128770"/>
                  </a:lnTo>
                  <a:lnTo>
                    <a:pt x="475422" y="107832"/>
                  </a:lnTo>
                  <a:lnTo>
                    <a:pt x="461562" y="70931"/>
                  </a:lnTo>
                  <a:lnTo>
                    <a:pt x="421738" y="34132"/>
                  </a:lnTo>
                  <a:lnTo>
                    <a:pt x="387129" y="26314"/>
                  </a:lnTo>
                  <a:lnTo>
                    <a:pt x="457015" y="26314"/>
                  </a:lnTo>
                  <a:lnTo>
                    <a:pt x="483976" y="57301"/>
                  </a:lnTo>
                  <a:lnTo>
                    <a:pt x="501208" y="103095"/>
                  </a:lnTo>
                  <a:lnTo>
                    <a:pt x="503521" y="128770"/>
                  </a:lnTo>
                  <a:lnTo>
                    <a:pt x="501208" y="154439"/>
                  </a:lnTo>
                  <a:lnTo>
                    <a:pt x="494552" y="178423"/>
                  </a:lnTo>
                  <a:lnTo>
                    <a:pt x="483976" y="200208"/>
                  </a:lnTo>
                  <a:lnTo>
                    <a:pt x="469904" y="219285"/>
                  </a:lnTo>
                  <a:lnTo>
                    <a:pt x="457011" y="231189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566252" y="2558886"/>
            <a:ext cx="195580" cy="255904"/>
            <a:chOff x="7566252" y="2558886"/>
            <a:chExt cx="195580" cy="255904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9368" y="2572044"/>
              <a:ext cx="169371" cy="2291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566252" y="2558886"/>
              <a:ext cx="195580" cy="255904"/>
            </a:xfrm>
            <a:custGeom>
              <a:avLst/>
              <a:gdLst/>
              <a:ahLst/>
              <a:cxnLst/>
              <a:rect l="l" t="t" r="r" b="b"/>
              <a:pathLst>
                <a:path w="195579" h="255905">
                  <a:moveTo>
                    <a:pt x="185977" y="255514"/>
                  </a:moveTo>
                  <a:lnTo>
                    <a:pt x="9662" y="255514"/>
                  </a:lnTo>
                  <a:lnTo>
                    <a:pt x="6282" y="254113"/>
                  </a:lnTo>
                  <a:lnTo>
                    <a:pt x="3857" y="251681"/>
                  </a:lnTo>
                  <a:lnTo>
                    <a:pt x="1432" y="249211"/>
                  </a:lnTo>
                  <a:lnTo>
                    <a:pt x="15" y="245858"/>
                  </a:lnTo>
                  <a:lnTo>
                    <a:pt x="0" y="86940"/>
                  </a:lnTo>
                  <a:lnTo>
                    <a:pt x="2080" y="69038"/>
                  </a:lnTo>
                  <a:lnTo>
                    <a:pt x="29318" y="24840"/>
                  </a:lnTo>
                  <a:lnTo>
                    <a:pt x="78431" y="1699"/>
                  </a:lnTo>
                  <a:lnTo>
                    <a:pt x="97801" y="0"/>
                  </a:lnTo>
                  <a:lnTo>
                    <a:pt x="117155" y="1699"/>
                  </a:lnTo>
                  <a:lnTo>
                    <a:pt x="166248" y="24840"/>
                  </a:lnTo>
                  <a:lnTo>
                    <a:pt x="97801" y="26314"/>
                  </a:lnTo>
                  <a:lnTo>
                    <a:pt x="83019" y="27596"/>
                  </a:lnTo>
                  <a:lnTo>
                    <a:pt x="46512" y="44667"/>
                  </a:lnTo>
                  <a:lnTo>
                    <a:pt x="26232" y="86940"/>
                  </a:lnTo>
                  <a:lnTo>
                    <a:pt x="26232" y="229199"/>
                  </a:lnTo>
                  <a:lnTo>
                    <a:pt x="169371" y="229199"/>
                  </a:lnTo>
                  <a:lnTo>
                    <a:pt x="169371" y="242356"/>
                  </a:lnTo>
                  <a:lnTo>
                    <a:pt x="195566" y="242356"/>
                  </a:lnTo>
                  <a:lnTo>
                    <a:pt x="195566" y="245858"/>
                  </a:lnTo>
                  <a:lnTo>
                    <a:pt x="194207" y="249175"/>
                  </a:lnTo>
                  <a:lnTo>
                    <a:pt x="191746" y="251681"/>
                  </a:lnTo>
                  <a:lnTo>
                    <a:pt x="189247" y="254150"/>
                  </a:lnTo>
                  <a:lnTo>
                    <a:pt x="185977" y="255514"/>
                  </a:lnTo>
                  <a:close/>
                </a:path>
                <a:path w="195579" h="255905">
                  <a:moveTo>
                    <a:pt x="182487" y="242356"/>
                  </a:moveTo>
                  <a:lnTo>
                    <a:pt x="169371" y="242356"/>
                  </a:lnTo>
                  <a:lnTo>
                    <a:pt x="169371" y="86940"/>
                  </a:lnTo>
                  <a:lnTo>
                    <a:pt x="167989" y="75095"/>
                  </a:lnTo>
                  <a:lnTo>
                    <a:pt x="138488" y="37083"/>
                  </a:lnTo>
                  <a:lnTo>
                    <a:pt x="97801" y="26314"/>
                  </a:lnTo>
                  <a:lnTo>
                    <a:pt x="167646" y="26314"/>
                  </a:lnTo>
                  <a:lnTo>
                    <a:pt x="178352" y="37601"/>
                  </a:lnTo>
                  <a:lnTo>
                    <a:pt x="187603" y="52462"/>
                  </a:lnTo>
                  <a:lnTo>
                    <a:pt x="193507" y="69038"/>
                  </a:lnTo>
                  <a:lnTo>
                    <a:pt x="195566" y="86940"/>
                  </a:lnTo>
                  <a:lnTo>
                    <a:pt x="195566" y="229199"/>
                  </a:lnTo>
                  <a:lnTo>
                    <a:pt x="182487" y="229199"/>
                  </a:lnTo>
                  <a:lnTo>
                    <a:pt x="182487" y="242356"/>
                  </a:lnTo>
                  <a:close/>
                </a:path>
                <a:path w="195579" h="255905">
                  <a:moveTo>
                    <a:pt x="195566" y="242356"/>
                  </a:moveTo>
                  <a:lnTo>
                    <a:pt x="182487" y="242356"/>
                  </a:lnTo>
                  <a:lnTo>
                    <a:pt x="182487" y="229199"/>
                  </a:lnTo>
                  <a:lnTo>
                    <a:pt x="195566" y="229199"/>
                  </a:lnTo>
                  <a:lnTo>
                    <a:pt x="195566" y="242356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759489" y="2917115"/>
            <a:ext cx="217804" cy="339725"/>
            <a:chOff x="5759489" y="2917115"/>
            <a:chExt cx="217804" cy="339725"/>
          </a:xfrm>
        </p:grpSpPr>
        <p:sp>
          <p:nvSpPr>
            <p:cNvPr id="16" name="object 16"/>
            <p:cNvSpPr/>
            <p:nvPr/>
          </p:nvSpPr>
          <p:spPr>
            <a:xfrm>
              <a:off x="5772605" y="2930272"/>
              <a:ext cx="191135" cy="313055"/>
            </a:xfrm>
            <a:custGeom>
              <a:avLst/>
              <a:gdLst/>
              <a:ahLst/>
              <a:cxnLst/>
              <a:rect l="l" t="t" r="r" b="b"/>
              <a:pathLst>
                <a:path w="191135" h="313055">
                  <a:moveTo>
                    <a:pt x="191011" y="312823"/>
                  </a:moveTo>
                  <a:lnTo>
                    <a:pt x="0" y="312823"/>
                  </a:lnTo>
                  <a:lnTo>
                    <a:pt x="0" y="0"/>
                  </a:lnTo>
                  <a:lnTo>
                    <a:pt x="191011" y="0"/>
                  </a:lnTo>
                  <a:lnTo>
                    <a:pt x="191011" y="31282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59489" y="2917115"/>
              <a:ext cx="217804" cy="339725"/>
            </a:xfrm>
            <a:custGeom>
              <a:avLst/>
              <a:gdLst/>
              <a:ahLst/>
              <a:cxnLst/>
              <a:rect l="l" t="t" r="r" b="b"/>
              <a:pathLst>
                <a:path w="217804" h="339725">
                  <a:moveTo>
                    <a:pt x="207617" y="339137"/>
                  </a:moveTo>
                  <a:lnTo>
                    <a:pt x="9662" y="339137"/>
                  </a:lnTo>
                  <a:lnTo>
                    <a:pt x="6282" y="337700"/>
                  </a:lnTo>
                  <a:lnTo>
                    <a:pt x="3857" y="335267"/>
                  </a:lnTo>
                  <a:lnTo>
                    <a:pt x="1396" y="332835"/>
                  </a:lnTo>
                  <a:lnTo>
                    <a:pt x="15" y="329481"/>
                  </a:lnTo>
                  <a:lnTo>
                    <a:pt x="0" y="9692"/>
                  </a:lnTo>
                  <a:lnTo>
                    <a:pt x="1396" y="6302"/>
                  </a:lnTo>
                  <a:lnTo>
                    <a:pt x="6282" y="1400"/>
                  </a:lnTo>
                  <a:lnTo>
                    <a:pt x="9662" y="0"/>
                  </a:lnTo>
                  <a:lnTo>
                    <a:pt x="207580" y="0"/>
                  </a:lnTo>
                  <a:lnTo>
                    <a:pt x="210961" y="1400"/>
                  </a:lnTo>
                  <a:lnTo>
                    <a:pt x="213385" y="3832"/>
                  </a:lnTo>
                  <a:lnTo>
                    <a:pt x="215810" y="6302"/>
                  </a:lnTo>
                  <a:lnTo>
                    <a:pt x="217243" y="9692"/>
                  </a:lnTo>
                  <a:lnTo>
                    <a:pt x="217243" y="26314"/>
                  </a:lnTo>
                  <a:lnTo>
                    <a:pt x="26232" y="26314"/>
                  </a:lnTo>
                  <a:lnTo>
                    <a:pt x="26232" y="312823"/>
                  </a:lnTo>
                  <a:lnTo>
                    <a:pt x="191011" y="312823"/>
                  </a:lnTo>
                  <a:lnTo>
                    <a:pt x="191011" y="325980"/>
                  </a:lnTo>
                  <a:lnTo>
                    <a:pt x="217243" y="325980"/>
                  </a:lnTo>
                  <a:lnTo>
                    <a:pt x="217243" y="329481"/>
                  </a:lnTo>
                  <a:lnTo>
                    <a:pt x="215847" y="332798"/>
                  </a:lnTo>
                  <a:lnTo>
                    <a:pt x="210924" y="337737"/>
                  </a:lnTo>
                  <a:lnTo>
                    <a:pt x="207617" y="339137"/>
                  </a:lnTo>
                  <a:close/>
                </a:path>
                <a:path w="217804" h="339725">
                  <a:moveTo>
                    <a:pt x="204127" y="325980"/>
                  </a:moveTo>
                  <a:lnTo>
                    <a:pt x="191011" y="325980"/>
                  </a:lnTo>
                  <a:lnTo>
                    <a:pt x="191011" y="26314"/>
                  </a:lnTo>
                  <a:lnTo>
                    <a:pt x="217243" y="26314"/>
                  </a:lnTo>
                  <a:lnTo>
                    <a:pt x="217243" y="312823"/>
                  </a:lnTo>
                  <a:lnTo>
                    <a:pt x="204127" y="312823"/>
                  </a:lnTo>
                  <a:lnTo>
                    <a:pt x="204127" y="325980"/>
                  </a:lnTo>
                  <a:close/>
                </a:path>
                <a:path w="217804" h="339725">
                  <a:moveTo>
                    <a:pt x="217243" y="325980"/>
                  </a:moveTo>
                  <a:lnTo>
                    <a:pt x="204127" y="325980"/>
                  </a:lnTo>
                  <a:lnTo>
                    <a:pt x="204127" y="312823"/>
                  </a:lnTo>
                  <a:lnTo>
                    <a:pt x="217243" y="312823"/>
                  </a:lnTo>
                  <a:lnTo>
                    <a:pt x="217243" y="325980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811336" y="1666073"/>
            <a:ext cx="2146935" cy="1565910"/>
            <a:chOff x="5861075" y="2560139"/>
            <a:chExt cx="2146935" cy="1565910"/>
          </a:xfrm>
        </p:grpSpPr>
        <p:sp>
          <p:nvSpPr>
            <p:cNvPr id="19" name="object 19"/>
            <p:cNvSpPr/>
            <p:nvPr/>
          </p:nvSpPr>
          <p:spPr>
            <a:xfrm>
              <a:off x="7803518" y="2930272"/>
              <a:ext cx="191135" cy="313055"/>
            </a:xfrm>
            <a:custGeom>
              <a:avLst/>
              <a:gdLst/>
              <a:ahLst/>
              <a:cxnLst/>
              <a:rect l="l" t="t" r="r" b="b"/>
              <a:pathLst>
                <a:path w="191134" h="313055">
                  <a:moveTo>
                    <a:pt x="191011" y="312823"/>
                  </a:moveTo>
                  <a:lnTo>
                    <a:pt x="0" y="312823"/>
                  </a:lnTo>
                  <a:lnTo>
                    <a:pt x="0" y="0"/>
                  </a:lnTo>
                  <a:lnTo>
                    <a:pt x="191011" y="0"/>
                  </a:lnTo>
                  <a:lnTo>
                    <a:pt x="191011" y="31282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90439" y="2917115"/>
              <a:ext cx="217804" cy="339725"/>
            </a:xfrm>
            <a:custGeom>
              <a:avLst/>
              <a:gdLst/>
              <a:ahLst/>
              <a:cxnLst/>
              <a:rect l="l" t="t" r="r" b="b"/>
              <a:pathLst>
                <a:path w="217804" h="339725">
                  <a:moveTo>
                    <a:pt x="207580" y="339137"/>
                  </a:moveTo>
                  <a:lnTo>
                    <a:pt x="9662" y="339137"/>
                  </a:lnTo>
                  <a:lnTo>
                    <a:pt x="6282" y="337700"/>
                  </a:lnTo>
                  <a:lnTo>
                    <a:pt x="3820" y="335267"/>
                  </a:lnTo>
                  <a:lnTo>
                    <a:pt x="1396" y="332835"/>
                  </a:lnTo>
                  <a:lnTo>
                    <a:pt x="15" y="329481"/>
                  </a:lnTo>
                  <a:lnTo>
                    <a:pt x="0" y="9692"/>
                  </a:lnTo>
                  <a:lnTo>
                    <a:pt x="1396" y="6302"/>
                  </a:lnTo>
                  <a:lnTo>
                    <a:pt x="3820" y="3832"/>
                  </a:lnTo>
                  <a:lnTo>
                    <a:pt x="6282" y="1400"/>
                  </a:lnTo>
                  <a:lnTo>
                    <a:pt x="9662" y="0"/>
                  </a:lnTo>
                  <a:lnTo>
                    <a:pt x="207544" y="0"/>
                  </a:lnTo>
                  <a:lnTo>
                    <a:pt x="210924" y="1400"/>
                  </a:lnTo>
                  <a:lnTo>
                    <a:pt x="215810" y="6302"/>
                  </a:lnTo>
                  <a:lnTo>
                    <a:pt x="217206" y="9692"/>
                  </a:lnTo>
                  <a:lnTo>
                    <a:pt x="217206" y="26314"/>
                  </a:lnTo>
                  <a:lnTo>
                    <a:pt x="26195" y="26314"/>
                  </a:lnTo>
                  <a:lnTo>
                    <a:pt x="26195" y="312823"/>
                  </a:lnTo>
                  <a:lnTo>
                    <a:pt x="190974" y="312823"/>
                  </a:lnTo>
                  <a:lnTo>
                    <a:pt x="190974" y="325980"/>
                  </a:lnTo>
                  <a:lnTo>
                    <a:pt x="217206" y="325980"/>
                  </a:lnTo>
                  <a:lnTo>
                    <a:pt x="217206" y="329481"/>
                  </a:lnTo>
                  <a:lnTo>
                    <a:pt x="215847" y="332798"/>
                  </a:lnTo>
                  <a:lnTo>
                    <a:pt x="213349" y="335267"/>
                  </a:lnTo>
                  <a:lnTo>
                    <a:pt x="210887" y="337737"/>
                  </a:lnTo>
                  <a:lnTo>
                    <a:pt x="207580" y="339137"/>
                  </a:lnTo>
                  <a:close/>
                </a:path>
                <a:path w="217804" h="339725">
                  <a:moveTo>
                    <a:pt x="204090" y="325980"/>
                  </a:moveTo>
                  <a:lnTo>
                    <a:pt x="190974" y="325980"/>
                  </a:lnTo>
                  <a:lnTo>
                    <a:pt x="190974" y="26314"/>
                  </a:lnTo>
                  <a:lnTo>
                    <a:pt x="217206" y="26314"/>
                  </a:lnTo>
                  <a:lnTo>
                    <a:pt x="217206" y="312823"/>
                  </a:lnTo>
                  <a:lnTo>
                    <a:pt x="204090" y="312823"/>
                  </a:lnTo>
                  <a:lnTo>
                    <a:pt x="204090" y="325980"/>
                  </a:lnTo>
                  <a:close/>
                </a:path>
                <a:path w="217804" h="339725">
                  <a:moveTo>
                    <a:pt x="217206" y="325980"/>
                  </a:moveTo>
                  <a:lnTo>
                    <a:pt x="204090" y="325980"/>
                  </a:lnTo>
                  <a:lnTo>
                    <a:pt x="204090" y="312823"/>
                  </a:lnTo>
                  <a:lnTo>
                    <a:pt x="217206" y="312823"/>
                  </a:lnTo>
                  <a:lnTo>
                    <a:pt x="217206" y="325980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74154" y="2679475"/>
              <a:ext cx="2025014" cy="1433195"/>
            </a:xfrm>
            <a:custGeom>
              <a:avLst/>
              <a:gdLst/>
              <a:ahLst/>
              <a:cxnLst/>
              <a:rect l="l" t="t" r="r" b="b"/>
              <a:pathLst>
                <a:path w="2025015" h="1433195">
                  <a:moveTo>
                    <a:pt x="1898833" y="1432803"/>
                  </a:moveTo>
                  <a:lnTo>
                    <a:pt x="126054" y="1432803"/>
                  </a:lnTo>
                  <a:lnTo>
                    <a:pt x="77002" y="1422872"/>
                  </a:lnTo>
                  <a:lnTo>
                    <a:pt x="36932" y="1395787"/>
                  </a:lnTo>
                  <a:lnTo>
                    <a:pt x="9910" y="1355606"/>
                  </a:lnTo>
                  <a:lnTo>
                    <a:pt x="0" y="1306391"/>
                  </a:lnTo>
                  <a:lnTo>
                    <a:pt x="0" y="126448"/>
                  </a:lnTo>
                  <a:lnTo>
                    <a:pt x="9910" y="77242"/>
                  </a:lnTo>
                  <a:lnTo>
                    <a:pt x="36932" y="37048"/>
                  </a:lnTo>
                  <a:lnTo>
                    <a:pt x="77002" y="9941"/>
                  </a:lnTo>
                  <a:lnTo>
                    <a:pt x="126054" y="0"/>
                  </a:lnTo>
                  <a:lnTo>
                    <a:pt x="1898833" y="0"/>
                  </a:lnTo>
                  <a:lnTo>
                    <a:pt x="1947895" y="9941"/>
                  </a:lnTo>
                  <a:lnTo>
                    <a:pt x="1987950" y="37048"/>
                  </a:lnTo>
                  <a:lnTo>
                    <a:pt x="2014951" y="77242"/>
                  </a:lnTo>
                  <a:lnTo>
                    <a:pt x="2024851" y="126448"/>
                  </a:lnTo>
                  <a:lnTo>
                    <a:pt x="2024851" y="1306391"/>
                  </a:lnTo>
                  <a:lnTo>
                    <a:pt x="2014951" y="1355606"/>
                  </a:lnTo>
                  <a:lnTo>
                    <a:pt x="1987950" y="1395787"/>
                  </a:lnTo>
                  <a:lnTo>
                    <a:pt x="1947895" y="1422872"/>
                  </a:lnTo>
                  <a:lnTo>
                    <a:pt x="1898833" y="143280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61075" y="2666318"/>
              <a:ext cx="2051050" cy="1459230"/>
            </a:xfrm>
            <a:custGeom>
              <a:avLst/>
              <a:gdLst/>
              <a:ahLst/>
              <a:cxnLst/>
              <a:rect l="l" t="t" r="r" b="b"/>
              <a:pathLst>
                <a:path w="2051050" h="1459229">
                  <a:moveTo>
                    <a:pt x="1911912" y="1459117"/>
                  </a:moveTo>
                  <a:lnTo>
                    <a:pt x="139134" y="1459117"/>
                  </a:lnTo>
                  <a:lnTo>
                    <a:pt x="95164" y="1452003"/>
                  </a:lnTo>
                  <a:lnTo>
                    <a:pt x="56971" y="1432193"/>
                  </a:lnTo>
                  <a:lnTo>
                    <a:pt x="26850" y="1401983"/>
                  </a:lnTo>
                  <a:lnTo>
                    <a:pt x="7090" y="1363640"/>
                  </a:lnTo>
                  <a:lnTo>
                    <a:pt x="0" y="1319548"/>
                  </a:lnTo>
                  <a:lnTo>
                    <a:pt x="0" y="139605"/>
                  </a:lnTo>
                  <a:lnTo>
                    <a:pt x="7091" y="95483"/>
                  </a:lnTo>
                  <a:lnTo>
                    <a:pt x="26839" y="57167"/>
                  </a:lnTo>
                  <a:lnTo>
                    <a:pt x="56955" y="26952"/>
                  </a:lnTo>
                  <a:lnTo>
                    <a:pt x="95150" y="7131"/>
                  </a:lnTo>
                  <a:lnTo>
                    <a:pt x="139134" y="0"/>
                  </a:lnTo>
                  <a:lnTo>
                    <a:pt x="1911912" y="0"/>
                  </a:lnTo>
                  <a:lnTo>
                    <a:pt x="1955896" y="7135"/>
                  </a:lnTo>
                  <a:lnTo>
                    <a:pt x="1992841" y="26314"/>
                  </a:lnTo>
                  <a:lnTo>
                    <a:pt x="139134" y="26314"/>
                  </a:lnTo>
                  <a:lnTo>
                    <a:pt x="116363" y="28616"/>
                  </a:lnTo>
                  <a:lnTo>
                    <a:pt x="76014" y="45671"/>
                  </a:lnTo>
                  <a:lnTo>
                    <a:pt x="45497" y="76293"/>
                  </a:lnTo>
                  <a:lnTo>
                    <a:pt x="28505" y="116778"/>
                  </a:lnTo>
                  <a:lnTo>
                    <a:pt x="26195" y="139605"/>
                  </a:lnTo>
                  <a:lnTo>
                    <a:pt x="26195" y="1319548"/>
                  </a:lnTo>
                  <a:lnTo>
                    <a:pt x="35102" y="1363669"/>
                  </a:lnTo>
                  <a:lnTo>
                    <a:pt x="59298" y="1399633"/>
                  </a:lnTo>
                  <a:lnTo>
                    <a:pt x="95179" y="1423920"/>
                  </a:lnTo>
                  <a:lnTo>
                    <a:pt x="139134" y="1432839"/>
                  </a:lnTo>
                  <a:lnTo>
                    <a:pt x="1992845" y="1432839"/>
                  </a:lnTo>
                  <a:lnTo>
                    <a:pt x="1955896" y="1452003"/>
                  </a:lnTo>
                  <a:lnTo>
                    <a:pt x="1911912" y="1459117"/>
                  </a:lnTo>
                  <a:close/>
                </a:path>
                <a:path w="2051050" h="1459229">
                  <a:moveTo>
                    <a:pt x="1992845" y="1432839"/>
                  </a:moveTo>
                  <a:lnTo>
                    <a:pt x="1911912" y="1432839"/>
                  </a:lnTo>
                  <a:lnTo>
                    <a:pt x="1934683" y="1430522"/>
                  </a:lnTo>
                  <a:lnTo>
                    <a:pt x="1955867" y="1423920"/>
                  </a:lnTo>
                  <a:lnTo>
                    <a:pt x="1991748" y="1399633"/>
                  </a:lnTo>
                  <a:lnTo>
                    <a:pt x="2015973" y="1363640"/>
                  </a:lnTo>
                  <a:lnTo>
                    <a:pt x="2024851" y="1319548"/>
                  </a:lnTo>
                  <a:lnTo>
                    <a:pt x="2024851" y="139605"/>
                  </a:lnTo>
                  <a:lnTo>
                    <a:pt x="2015960" y="95483"/>
                  </a:lnTo>
                  <a:lnTo>
                    <a:pt x="1991748" y="59483"/>
                  </a:lnTo>
                  <a:lnTo>
                    <a:pt x="1955867" y="35214"/>
                  </a:lnTo>
                  <a:lnTo>
                    <a:pt x="1911912" y="26314"/>
                  </a:lnTo>
                  <a:lnTo>
                    <a:pt x="1992841" y="26314"/>
                  </a:lnTo>
                  <a:lnTo>
                    <a:pt x="1994091" y="26962"/>
                  </a:lnTo>
                  <a:lnTo>
                    <a:pt x="2024207" y="57183"/>
                  </a:lnTo>
                  <a:lnTo>
                    <a:pt x="2043960" y="95527"/>
                  </a:lnTo>
                  <a:lnTo>
                    <a:pt x="2051046" y="139605"/>
                  </a:lnTo>
                  <a:lnTo>
                    <a:pt x="2051046" y="1319548"/>
                  </a:lnTo>
                  <a:lnTo>
                    <a:pt x="2043955" y="1363669"/>
                  </a:lnTo>
                  <a:lnTo>
                    <a:pt x="2024207" y="1401983"/>
                  </a:lnTo>
                  <a:lnTo>
                    <a:pt x="1994091" y="1432193"/>
                  </a:lnTo>
                  <a:lnTo>
                    <a:pt x="1992845" y="1432839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1075" y="2745150"/>
              <a:ext cx="2051046" cy="12159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114580" y="2560141"/>
              <a:ext cx="313055" cy="119380"/>
            </a:xfrm>
            <a:custGeom>
              <a:avLst/>
              <a:gdLst/>
              <a:ahLst/>
              <a:cxnLst/>
              <a:rect l="l" t="t" r="r" b="b"/>
              <a:pathLst>
                <a:path w="313054" h="119380">
                  <a:moveTo>
                    <a:pt x="26187" y="0"/>
                  </a:moveTo>
                  <a:lnTo>
                    <a:pt x="0" y="0"/>
                  </a:lnTo>
                  <a:lnTo>
                    <a:pt x="0" y="119341"/>
                  </a:lnTo>
                  <a:lnTo>
                    <a:pt x="26187" y="119341"/>
                  </a:lnTo>
                  <a:lnTo>
                    <a:pt x="26187" y="0"/>
                  </a:lnTo>
                  <a:close/>
                </a:path>
                <a:path w="313054" h="119380">
                  <a:moveTo>
                    <a:pt x="121716" y="0"/>
                  </a:moveTo>
                  <a:lnTo>
                    <a:pt x="95478" y="0"/>
                  </a:lnTo>
                  <a:lnTo>
                    <a:pt x="95478" y="119341"/>
                  </a:lnTo>
                  <a:lnTo>
                    <a:pt x="121716" y="119341"/>
                  </a:lnTo>
                  <a:lnTo>
                    <a:pt x="121716" y="0"/>
                  </a:lnTo>
                  <a:close/>
                </a:path>
                <a:path w="313054" h="119380">
                  <a:moveTo>
                    <a:pt x="217195" y="0"/>
                  </a:moveTo>
                  <a:lnTo>
                    <a:pt x="191008" y="0"/>
                  </a:lnTo>
                  <a:lnTo>
                    <a:pt x="191008" y="119341"/>
                  </a:lnTo>
                  <a:lnTo>
                    <a:pt x="217195" y="119341"/>
                  </a:lnTo>
                  <a:lnTo>
                    <a:pt x="217195" y="0"/>
                  </a:lnTo>
                  <a:close/>
                </a:path>
                <a:path w="313054" h="119380">
                  <a:moveTo>
                    <a:pt x="312686" y="0"/>
                  </a:moveTo>
                  <a:lnTo>
                    <a:pt x="286499" y="0"/>
                  </a:lnTo>
                  <a:lnTo>
                    <a:pt x="286499" y="119341"/>
                  </a:lnTo>
                  <a:lnTo>
                    <a:pt x="312686" y="119341"/>
                  </a:lnTo>
                  <a:lnTo>
                    <a:pt x="312686" y="0"/>
                  </a:lnTo>
                  <a:close/>
                </a:path>
              </a:pathLst>
            </a:custGeom>
            <a:solidFill>
              <a:srgbClr val="122B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5703" y="2727925"/>
            <a:ext cx="2006411" cy="200640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04955" y="1435067"/>
            <a:ext cx="1628774" cy="2133599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074236" y="9867900"/>
            <a:ext cx="14269085" cy="0"/>
          </a:xfrm>
          <a:custGeom>
            <a:avLst/>
            <a:gdLst/>
            <a:ahLst/>
            <a:cxnLst/>
            <a:rect l="l" t="t" r="r" b="b"/>
            <a:pathLst>
              <a:path w="14269085">
                <a:moveTo>
                  <a:pt x="0" y="0"/>
                </a:moveTo>
                <a:lnTo>
                  <a:pt x="14268492" y="0"/>
                </a:lnTo>
              </a:path>
            </a:pathLst>
          </a:custGeom>
          <a:ln w="47624">
            <a:solidFill>
              <a:srgbClr val="AC7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0" y="0"/>
            <a:ext cx="1445895" cy="2375535"/>
          </a:xfrm>
          <a:custGeom>
            <a:avLst/>
            <a:gdLst/>
            <a:ahLst/>
            <a:cxnLst/>
            <a:rect l="l" t="t" r="r" b="b"/>
            <a:pathLst>
              <a:path w="1445895" h="2375535">
                <a:moveTo>
                  <a:pt x="0" y="2375311"/>
                </a:moveTo>
                <a:lnTo>
                  <a:pt x="0" y="0"/>
                </a:lnTo>
                <a:lnTo>
                  <a:pt x="1445630" y="0"/>
                </a:lnTo>
                <a:lnTo>
                  <a:pt x="1443567" y="50353"/>
                </a:lnTo>
                <a:lnTo>
                  <a:pt x="1440780" y="97974"/>
                </a:lnTo>
                <a:lnTo>
                  <a:pt x="1437210" y="145381"/>
                </a:lnTo>
                <a:lnTo>
                  <a:pt x="1432865" y="192567"/>
                </a:lnTo>
                <a:lnTo>
                  <a:pt x="1427750" y="239527"/>
                </a:lnTo>
                <a:lnTo>
                  <a:pt x="1421872" y="286253"/>
                </a:lnTo>
                <a:lnTo>
                  <a:pt x="1415238" y="332740"/>
                </a:lnTo>
                <a:lnTo>
                  <a:pt x="1407854" y="378980"/>
                </a:lnTo>
                <a:lnTo>
                  <a:pt x="1399725" y="424968"/>
                </a:lnTo>
                <a:lnTo>
                  <a:pt x="1390859" y="470697"/>
                </a:lnTo>
                <a:lnTo>
                  <a:pt x="1381262" y="516161"/>
                </a:lnTo>
                <a:lnTo>
                  <a:pt x="1370941" y="561354"/>
                </a:lnTo>
                <a:lnTo>
                  <a:pt x="1359901" y="606268"/>
                </a:lnTo>
                <a:lnTo>
                  <a:pt x="1348149" y="650898"/>
                </a:lnTo>
                <a:lnTo>
                  <a:pt x="1335691" y="695237"/>
                </a:lnTo>
                <a:lnTo>
                  <a:pt x="1322534" y="739279"/>
                </a:lnTo>
                <a:lnTo>
                  <a:pt x="1308685" y="783018"/>
                </a:lnTo>
                <a:lnTo>
                  <a:pt x="1294149" y="826447"/>
                </a:lnTo>
                <a:lnTo>
                  <a:pt x="1278933" y="869559"/>
                </a:lnTo>
                <a:lnTo>
                  <a:pt x="1263044" y="912349"/>
                </a:lnTo>
                <a:lnTo>
                  <a:pt x="1246487" y="954810"/>
                </a:lnTo>
                <a:lnTo>
                  <a:pt x="1229269" y="996935"/>
                </a:lnTo>
                <a:lnTo>
                  <a:pt x="1211397" y="1038719"/>
                </a:lnTo>
                <a:lnTo>
                  <a:pt x="1192877" y="1080154"/>
                </a:lnTo>
                <a:lnTo>
                  <a:pt x="1173715" y="1121235"/>
                </a:lnTo>
                <a:lnTo>
                  <a:pt x="1153917" y="1161955"/>
                </a:lnTo>
                <a:lnTo>
                  <a:pt x="1133491" y="1202307"/>
                </a:lnTo>
                <a:lnTo>
                  <a:pt x="1112442" y="1242286"/>
                </a:lnTo>
                <a:lnTo>
                  <a:pt x="1090776" y="1281885"/>
                </a:lnTo>
                <a:lnTo>
                  <a:pt x="1068501" y="1321097"/>
                </a:lnTo>
                <a:lnTo>
                  <a:pt x="1045623" y="1359916"/>
                </a:lnTo>
                <a:lnTo>
                  <a:pt x="1022147" y="1398336"/>
                </a:lnTo>
                <a:lnTo>
                  <a:pt x="998081" y="1436351"/>
                </a:lnTo>
                <a:lnTo>
                  <a:pt x="973431" y="1473953"/>
                </a:lnTo>
                <a:lnTo>
                  <a:pt x="948202" y="1511137"/>
                </a:lnTo>
                <a:lnTo>
                  <a:pt x="922402" y="1547897"/>
                </a:lnTo>
                <a:lnTo>
                  <a:pt x="896037" y="1584225"/>
                </a:lnTo>
                <a:lnTo>
                  <a:pt x="869113" y="1620116"/>
                </a:lnTo>
                <a:lnTo>
                  <a:pt x="841637" y="1655563"/>
                </a:lnTo>
                <a:lnTo>
                  <a:pt x="813614" y="1690559"/>
                </a:lnTo>
                <a:lnTo>
                  <a:pt x="785052" y="1725099"/>
                </a:lnTo>
                <a:lnTo>
                  <a:pt x="755957" y="1759176"/>
                </a:lnTo>
                <a:lnTo>
                  <a:pt x="726335" y="1792783"/>
                </a:lnTo>
                <a:lnTo>
                  <a:pt x="696192" y="1825915"/>
                </a:lnTo>
                <a:lnTo>
                  <a:pt x="665535" y="1858564"/>
                </a:lnTo>
                <a:lnTo>
                  <a:pt x="634371" y="1890725"/>
                </a:lnTo>
                <a:lnTo>
                  <a:pt x="602705" y="1922391"/>
                </a:lnTo>
                <a:lnTo>
                  <a:pt x="570544" y="1953555"/>
                </a:lnTo>
                <a:lnTo>
                  <a:pt x="537895" y="1984212"/>
                </a:lnTo>
                <a:lnTo>
                  <a:pt x="504764" y="2014354"/>
                </a:lnTo>
                <a:lnTo>
                  <a:pt x="471156" y="2043976"/>
                </a:lnTo>
                <a:lnTo>
                  <a:pt x="437079" y="2073072"/>
                </a:lnTo>
                <a:lnTo>
                  <a:pt x="402540" y="2101634"/>
                </a:lnTo>
                <a:lnTo>
                  <a:pt x="367543" y="2129656"/>
                </a:lnTo>
                <a:lnTo>
                  <a:pt x="332096" y="2157132"/>
                </a:lnTo>
                <a:lnTo>
                  <a:pt x="296205" y="2184056"/>
                </a:lnTo>
                <a:lnTo>
                  <a:pt x="259877" y="2210422"/>
                </a:lnTo>
                <a:lnTo>
                  <a:pt x="223118" y="2236222"/>
                </a:lnTo>
                <a:lnTo>
                  <a:pt x="185934" y="2261450"/>
                </a:lnTo>
                <a:lnTo>
                  <a:pt x="148331" y="2286101"/>
                </a:lnTo>
                <a:lnTo>
                  <a:pt x="110317" y="2310167"/>
                </a:lnTo>
                <a:lnTo>
                  <a:pt x="71897" y="2333643"/>
                </a:lnTo>
                <a:lnTo>
                  <a:pt x="33077" y="2356521"/>
                </a:lnTo>
                <a:lnTo>
                  <a:pt x="0" y="2375311"/>
                </a:lnTo>
                <a:close/>
              </a:path>
            </a:pathLst>
          </a:custGeom>
          <a:solidFill>
            <a:srgbClr val="B18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803189" y="5611577"/>
            <a:ext cx="2563495" cy="690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4350" b="1" spc="-360" dirty="0" smtClean="0">
                <a:latin typeface="Tahoma"/>
                <a:cs typeface="Tahoma"/>
              </a:rPr>
              <a:t>   Admin</a:t>
            </a:r>
            <a:endParaRPr sz="4350" dirty="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4618394" y="8098191"/>
            <a:ext cx="5895715" cy="112274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3600" spc="-130" dirty="0" smtClean="0">
                <a:latin typeface="Tahoma"/>
                <a:cs typeface="Tahoma"/>
              </a:rPr>
              <a:t>Rapport de présence de tous les étudiants</a:t>
            </a:r>
            <a:endParaRPr sz="3600" dirty="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23075" y="4963309"/>
            <a:ext cx="4638419" cy="121315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3850" b="1" spc="-60" dirty="0" smtClean="0">
                <a:latin typeface="Tahoma"/>
                <a:cs typeface="Tahoma"/>
              </a:rPr>
              <a:t>   Reconnaissance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3850" b="1" spc="-60" dirty="0">
                <a:latin typeface="Tahoma"/>
                <a:cs typeface="Tahoma"/>
              </a:rPr>
              <a:t> </a:t>
            </a:r>
            <a:r>
              <a:rPr lang="fr-FR" sz="3850" b="1" spc="-60" dirty="0" smtClean="0">
                <a:latin typeface="Tahoma"/>
                <a:cs typeface="Tahoma"/>
              </a:rPr>
              <a:t>         faciale</a:t>
            </a:r>
            <a:endParaRPr sz="3850" dirty="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915431" y="3967413"/>
            <a:ext cx="287337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3350" b="1" spc="-40" dirty="0" smtClean="0">
                <a:latin typeface="Tahoma"/>
                <a:cs typeface="Tahoma"/>
              </a:rPr>
              <a:t>   Présence</a:t>
            </a:r>
            <a:endParaRPr sz="3350" dirty="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236411" y="2847673"/>
            <a:ext cx="819150" cy="541655"/>
            <a:chOff x="8259207" y="4134030"/>
            <a:chExt cx="819150" cy="541655"/>
          </a:xfrm>
        </p:grpSpPr>
        <p:sp>
          <p:nvSpPr>
            <p:cNvPr id="37" name="object 37"/>
            <p:cNvSpPr/>
            <p:nvPr/>
          </p:nvSpPr>
          <p:spPr>
            <a:xfrm>
              <a:off x="8287782" y="4162605"/>
              <a:ext cx="640080" cy="396240"/>
            </a:xfrm>
            <a:custGeom>
              <a:avLst/>
              <a:gdLst/>
              <a:ahLst/>
              <a:cxnLst/>
              <a:rect l="l" t="t" r="r" b="b"/>
              <a:pathLst>
                <a:path w="640079" h="396239">
                  <a:moveTo>
                    <a:pt x="0" y="0"/>
                  </a:moveTo>
                  <a:lnTo>
                    <a:pt x="639820" y="395964"/>
                  </a:lnTo>
                </a:path>
              </a:pathLst>
            </a:custGeom>
            <a:ln w="57164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78218" y="4472138"/>
              <a:ext cx="199583" cy="202976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 rot="4787793">
            <a:off x="4117578" y="5524312"/>
            <a:ext cx="1280647" cy="795102"/>
            <a:chOff x="11440167" y="4164432"/>
            <a:chExt cx="887094" cy="430530"/>
          </a:xfrm>
        </p:grpSpPr>
        <p:sp>
          <p:nvSpPr>
            <p:cNvPr id="40" name="object 40"/>
            <p:cNvSpPr/>
            <p:nvPr/>
          </p:nvSpPr>
          <p:spPr>
            <a:xfrm>
              <a:off x="11468742" y="4283215"/>
              <a:ext cx="697865" cy="283210"/>
            </a:xfrm>
            <a:custGeom>
              <a:avLst/>
              <a:gdLst/>
              <a:ahLst/>
              <a:cxnLst/>
              <a:rect l="l" t="t" r="r" b="b"/>
              <a:pathLst>
                <a:path w="697865" h="283210">
                  <a:moveTo>
                    <a:pt x="0" y="282819"/>
                  </a:moveTo>
                  <a:lnTo>
                    <a:pt x="697260" y="0"/>
                  </a:lnTo>
                </a:path>
              </a:pathLst>
            </a:custGeom>
            <a:ln w="57157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31691" y="4164432"/>
              <a:ext cx="195426" cy="216064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16681209" y="7735018"/>
            <a:ext cx="1607185" cy="2552065"/>
          </a:xfrm>
          <a:custGeom>
            <a:avLst/>
            <a:gdLst/>
            <a:ahLst/>
            <a:cxnLst/>
            <a:rect l="l" t="t" r="r" b="b"/>
            <a:pathLst>
              <a:path w="1607184" h="2552065">
                <a:moveTo>
                  <a:pt x="1606790" y="2551981"/>
                </a:moveTo>
                <a:lnTo>
                  <a:pt x="0" y="2551981"/>
                </a:lnTo>
                <a:lnTo>
                  <a:pt x="402" y="2503755"/>
                </a:lnTo>
                <a:lnTo>
                  <a:pt x="1606" y="2455725"/>
                </a:lnTo>
                <a:lnTo>
                  <a:pt x="3605" y="2407896"/>
                </a:lnTo>
                <a:lnTo>
                  <a:pt x="6393" y="2360275"/>
                </a:lnTo>
                <a:lnTo>
                  <a:pt x="9962" y="2312868"/>
                </a:lnTo>
                <a:lnTo>
                  <a:pt x="14308" y="2265681"/>
                </a:lnTo>
                <a:lnTo>
                  <a:pt x="19422" y="2218722"/>
                </a:lnTo>
                <a:lnTo>
                  <a:pt x="25300" y="2171995"/>
                </a:lnTo>
                <a:lnTo>
                  <a:pt x="31935" y="2125509"/>
                </a:lnTo>
                <a:lnTo>
                  <a:pt x="39319" y="2079268"/>
                </a:lnTo>
                <a:lnTo>
                  <a:pt x="47448" y="2033280"/>
                </a:lnTo>
                <a:lnTo>
                  <a:pt x="56313" y="1987551"/>
                </a:lnTo>
                <a:lnTo>
                  <a:pt x="65910" y="1942087"/>
                </a:lnTo>
                <a:lnTo>
                  <a:pt x="76232" y="1896895"/>
                </a:lnTo>
                <a:lnTo>
                  <a:pt x="87272" y="1851981"/>
                </a:lnTo>
                <a:lnTo>
                  <a:pt x="99024" y="1807351"/>
                </a:lnTo>
                <a:lnTo>
                  <a:pt x="111481" y="1763011"/>
                </a:lnTo>
                <a:lnTo>
                  <a:pt x="124638" y="1718969"/>
                </a:lnTo>
                <a:lnTo>
                  <a:pt x="138488" y="1675231"/>
                </a:lnTo>
                <a:lnTo>
                  <a:pt x="153023" y="1631802"/>
                </a:lnTo>
                <a:lnTo>
                  <a:pt x="168239" y="1588689"/>
                </a:lnTo>
                <a:lnTo>
                  <a:pt x="184129" y="1545900"/>
                </a:lnTo>
                <a:lnTo>
                  <a:pt x="200686" y="1503439"/>
                </a:lnTo>
                <a:lnTo>
                  <a:pt x="217903" y="1461314"/>
                </a:lnTo>
                <a:lnTo>
                  <a:pt x="235776" y="1419530"/>
                </a:lnTo>
                <a:lnTo>
                  <a:pt x="254296" y="1378095"/>
                </a:lnTo>
                <a:lnTo>
                  <a:pt x="273458" y="1337014"/>
                </a:lnTo>
                <a:lnTo>
                  <a:pt x="293256" y="1296294"/>
                </a:lnTo>
                <a:lnTo>
                  <a:pt x="313682" y="1255942"/>
                </a:lnTo>
                <a:lnTo>
                  <a:pt x="334731" y="1215963"/>
                </a:lnTo>
                <a:lnTo>
                  <a:pt x="356396" y="1176364"/>
                </a:lnTo>
                <a:lnTo>
                  <a:pt x="378671" y="1137152"/>
                </a:lnTo>
                <a:lnTo>
                  <a:pt x="401550" y="1098333"/>
                </a:lnTo>
                <a:lnTo>
                  <a:pt x="425025" y="1059912"/>
                </a:lnTo>
                <a:lnTo>
                  <a:pt x="449092" y="1021898"/>
                </a:lnTo>
                <a:lnTo>
                  <a:pt x="473742" y="984295"/>
                </a:lnTo>
                <a:lnTo>
                  <a:pt x="498971" y="947111"/>
                </a:lnTo>
                <a:lnTo>
                  <a:pt x="524771" y="910352"/>
                </a:lnTo>
                <a:lnTo>
                  <a:pt x="551136" y="874024"/>
                </a:lnTo>
                <a:lnTo>
                  <a:pt x="578060" y="838133"/>
                </a:lnTo>
                <a:lnTo>
                  <a:pt x="605536" y="802686"/>
                </a:lnTo>
                <a:lnTo>
                  <a:pt x="633559" y="767690"/>
                </a:lnTo>
                <a:lnTo>
                  <a:pt x="662121" y="733150"/>
                </a:lnTo>
                <a:lnTo>
                  <a:pt x="691216" y="699073"/>
                </a:lnTo>
                <a:lnTo>
                  <a:pt x="720838" y="665466"/>
                </a:lnTo>
                <a:lnTo>
                  <a:pt x="750981" y="632334"/>
                </a:lnTo>
                <a:lnTo>
                  <a:pt x="781637" y="599685"/>
                </a:lnTo>
                <a:lnTo>
                  <a:pt x="812802" y="567524"/>
                </a:lnTo>
                <a:lnTo>
                  <a:pt x="844468" y="535858"/>
                </a:lnTo>
                <a:lnTo>
                  <a:pt x="876628" y="504694"/>
                </a:lnTo>
                <a:lnTo>
                  <a:pt x="909278" y="474037"/>
                </a:lnTo>
                <a:lnTo>
                  <a:pt x="942409" y="443894"/>
                </a:lnTo>
                <a:lnTo>
                  <a:pt x="976017" y="414272"/>
                </a:lnTo>
                <a:lnTo>
                  <a:pt x="1010093" y="385177"/>
                </a:lnTo>
                <a:lnTo>
                  <a:pt x="1044633" y="356615"/>
                </a:lnTo>
                <a:lnTo>
                  <a:pt x="1079630" y="328593"/>
                </a:lnTo>
                <a:lnTo>
                  <a:pt x="1115076" y="301116"/>
                </a:lnTo>
                <a:lnTo>
                  <a:pt x="1150967" y="274192"/>
                </a:lnTo>
                <a:lnTo>
                  <a:pt x="1187295" y="247827"/>
                </a:lnTo>
                <a:lnTo>
                  <a:pt x="1224055" y="222027"/>
                </a:lnTo>
                <a:lnTo>
                  <a:pt x="1261239" y="196798"/>
                </a:lnTo>
                <a:lnTo>
                  <a:pt x="1298841" y="172148"/>
                </a:lnTo>
                <a:lnTo>
                  <a:pt x="1336856" y="148082"/>
                </a:lnTo>
                <a:lnTo>
                  <a:pt x="1375276" y="124606"/>
                </a:lnTo>
                <a:lnTo>
                  <a:pt x="1414096" y="101728"/>
                </a:lnTo>
                <a:lnTo>
                  <a:pt x="1453308" y="79453"/>
                </a:lnTo>
                <a:lnTo>
                  <a:pt x="1492906" y="57787"/>
                </a:lnTo>
                <a:lnTo>
                  <a:pt x="1532885" y="36738"/>
                </a:lnTo>
                <a:lnTo>
                  <a:pt x="1573238" y="16312"/>
                </a:lnTo>
                <a:lnTo>
                  <a:pt x="1606790" y="0"/>
                </a:lnTo>
                <a:lnTo>
                  <a:pt x="1606790" y="2551981"/>
                </a:lnTo>
                <a:close/>
              </a:path>
            </a:pathLst>
          </a:custGeom>
          <a:solidFill>
            <a:srgbClr val="F59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6368565" y="154"/>
            <a:ext cx="895350" cy="1952625"/>
          </a:xfrm>
          <a:custGeom>
            <a:avLst/>
            <a:gdLst/>
            <a:ahLst/>
            <a:cxnLst/>
            <a:rect l="l" t="t" r="r" b="b"/>
            <a:pathLst>
              <a:path w="895350" h="1952625">
                <a:moveTo>
                  <a:pt x="447446" y="1952316"/>
                </a:moveTo>
                <a:lnTo>
                  <a:pt x="0" y="1796217"/>
                </a:lnTo>
                <a:lnTo>
                  <a:pt x="228" y="1667880"/>
                </a:lnTo>
                <a:lnTo>
                  <a:pt x="1142" y="468822"/>
                </a:lnTo>
                <a:lnTo>
                  <a:pt x="0" y="0"/>
                </a:lnTo>
                <a:lnTo>
                  <a:pt x="895349" y="0"/>
                </a:lnTo>
                <a:lnTo>
                  <a:pt x="895349" y="1796217"/>
                </a:lnTo>
                <a:lnTo>
                  <a:pt x="447446" y="1952316"/>
                </a:lnTo>
                <a:close/>
              </a:path>
            </a:pathLst>
          </a:custGeom>
          <a:solidFill>
            <a:srgbClr val="B18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127250" y="0"/>
            <a:ext cx="13868400" cy="767080"/>
          </a:xfrm>
          <a:custGeom>
            <a:avLst/>
            <a:gdLst/>
            <a:ahLst/>
            <a:cxnLst/>
            <a:rect l="l" t="t" r="r" b="b"/>
            <a:pathLst>
              <a:path w="13868400" h="767080">
                <a:moveTo>
                  <a:pt x="0" y="0"/>
                </a:moveTo>
                <a:lnTo>
                  <a:pt x="13868399" y="0"/>
                </a:lnTo>
                <a:lnTo>
                  <a:pt x="13868399" y="766969"/>
                </a:lnTo>
                <a:lnTo>
                  <a:pt x="0" y="766969"/>
                </a:lnTo>
                <a:lnTo>
                  <a:pt x="0" y="0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62013" y="3414011"/>
            <a:ext cx="2016946" cy="2028711"/>
          </a:xfrm>
          <a:prstGeom prst="rect">
            <a:avLst/>
          </a:prstGeom>
        </p:spPr>
      </p:pic>
      <p:grpSp>
        <p:nvGrpSpPr>
          <p:cNvPr id="59" name="object 39"/>
          <p:cNvGrpSpPr/>
          <p:nvPr/>
        </p:nvGrpSpPr>
        <p:grpSpPr>
          <a:xfrm rot="21024947">
            <a:off x="11793114" y="3107074"/>
            <a:ext cx="887094" cy="430530"/>
            <a:chOff x="11440167" y="4164432"/>
            <a:chExt cx="887094" cy="430530"/>
          </a:xfrm>
        </p:grpSpPr>
        <p:sp>
          <p:nvSpPr>
            <p:cNvPr id="60" name="object 40"/>
            <p:cNvSpPr/>
            <p:nvPr/>
          </p:nvSpPr>
          <p:spPr>
            <a:xfrm>
              <a:off x="11468742" y="4283215"/>
              <a:ext cx="697865" cy="283210"/>
            </a:xfrm>
            <a:custGeom>
              <a:avLst/>
              <a:gdLst/>
              <a:ahLst/>
              <a:cxnLst/>
              <a:rect l="l" t="t" r="r" b="b"/>
              <a:pathLst>
                <a:path w="697865" h="283210">
                  <a:moveTo>
                    <a:pt x="0" y="282819"/>
                  </a:moveTo>
                  <a:lnTo>
                    <a:pt x="697260" y="0"/>
                  </a:lnTo>
                </a:path>
              </a:pathLst>
            </a:custGeom>
            <a:ln w="57157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31691" y="4164432"/>
              <a:ext cx="195426" cy="216064"/>
            </a:xfrm>
            <a:prstGeom prst="rect">
              <a:avLst/>
            </a:prstGeom>
          </p:spPr>
        </p:pic>
      </p:grpSp>
      <p:grpSp>
        <p:nvGrpSpPr>
          <p:cNvPr id="62" name="object 39"/>
          <p:cNvGrpSpPr/>
          <p:nvPr/>
        </p:nvGrpSpPr>
        <p:grpSpPr>
          <a:xfrm>
            <a:off x="3986935" y="2804935"/>
            <a:ext cx="1280647" cy="795102"/>
            <a:chOff x="11440167" y="4164432"/>
            <a:chExt cx="887094" cy="430530"/>
          </a:xfrm>
        </p:grpSpPr>
        <p:sp>
          <p:nvSpPr>
            <p:cNvPr id="63" name="object 40"/>
            <p:cNvSpPr/>
            <p:nvPr/>
          </p:nvSpPr>
          <p:spPr>
            <a:xfrm>
              <a:off x="11468742" y="4283215"/>
              <a:ext cx="697865" cy="283210"/>
            </a:xfrm>
            <a:custGeom>
              <a:avLst/>
              <a:gdLst/>
              <a:ahLst/>
              <a:cxnLst/>
              <a:rect l="l" t="t" r="r" b="b"/>
              <a:pathLst>
                <a:path w="697865" h="283210">
                  <a:moveTo>
                    <a:pt x="0" y="282819"/>
                  </a:moveTo>
                  <a:lnTo>
                    <a:pt x="697260" y="0"/>
                  </a:lnTo>
                </a:path>
              </a:pathLst>
            </a:custGeom>
            <a:ln w="57157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31691" y="4164432"/>
              <a:ext cx="195426" cy="216064"/>
            </a:xfrm>
            <a:prstGeom prst="rect">
              <a:avLst/>
            </a:prstGeom>
          </p:spPr>
        </p:pic>
      </p:grpSp>
      <p:grpSp>
        <p:nvGrpSpPr>
          <p:cNvPr id="65" name="object 8"/>
          <p:cNvGrpSpPr/>
          <p:nvPr/>
        </p:nvGrpSpPr>
        <p:grpSpPr>
          <a:xfrm>
            <a:off x="5715739" y="5630309"/>
            <a:ext cx="1928495" cy="2248535"/>
            <a:chOff x="11639814" y="4040351"/>
            <a:chExt cx="1928495" cy="2248535"/>
          </a:xfrm>
        </p:grpSpPr>
        <p:sp>
          <p:nvSpPr>
            <p:cNvPr id="66" name="object 9"/>
            <p:cNvSpPr/>
            <p:nvPr/>
          </p:nvSpPr>
          <p:spPr>
            <a:xfrm>
              <a:off x="11829402" y="4040351"/>
              <a:ext cx="1739264" cy="2248535"/>
            </a:xfrm>
            <a:custGeom>
              <a:avLst/>
              <a:gdLst/>
              <a:ahLst/>
              <a:cxnLst/>
              <a:rect l="l" t="t" r="r" b="b"/>
              <a:pathLst>
                <a:path w="1739265" h="2248535">
                  <a:moveTo>
                    <a:pt x="1544928" y="2248076"/>
                  </a:moveTo>
                  <a:lnTo>
                    <a:pt x="193898" y="2248076"/>
                  </a:lnTo>
                  <a:lnTo>
                    <a:pt x="149439" y="2242956"/>
                  </a:lnTo>
                  <a:lnTo>
                    <a:pt x="108627" y="2228371"/>
                  </a:lnTo>
                  <a:lnTo>
                    <a:pt x="72625" y="2205486"/>
                  </a:lnTo>
                  <a:lnTo>
                    <a:pt x="42598" y="2175464"/>
                  </a:lnTo>
                  <a:lnTo>
                    <a:pt x="19708" y="2139469"/>
                  </a:lnTo>
                  <a:lnTo>
                    <a:pt x="5121" y="2098665"/>
                  </a:lnTo>
                  <a:lnTo>
                    <a:pt x="0" y="2054215"/>
                  </a:lnTo>
                  <a:lnTo>
                    <a:pt x="8" y="2048752"/>
                  </a:lnTo>
                  <a:lnTo>
                    <a:pt x="129471" y="2048752"/>
                  </a:lnTo>
                  <a:lnTo>
                    <a:pt x="160654" y="2042409"/>
                  </a:lnTo>
                  <a:lnTo>
                    <a:pt x="186120" y="2025104"/>
                  </a:lnTo>
                  <a:lnTo>
                    <a:pt x="203290" y="1999421"/>
                  </a:lnTo>
                  <a:lnTo>
                    <a:pt x="209586" y="1967948"/>
                  </a:lnTo>
                  <a:lnTo>
                    <a:pt x="203290" y="1936447"/>
                  </a:lnTo>
                  <a:lnTo>
                    <a:pt x="186120" y="1910704"/>
                  </a:lnTo>
                  <a:lnTo>
                    <a:pt x="160654" y="1893338"/>
                  </a:lnTo>
                  <a:lnTo>
                    <a:pt x="129471" y="1886967"/>
                  </a:lnTo>
                  <a:lnTo>
                    <a:pt x="0" y="1886967"/>
                  </a:lnTo>
                  <a:lnTo>
                    <a:pt x="8" y="1637856"/>
                  </a:lnTo>
                  <a:lnTo>
                    <a:pt x="129471" y="1637856"/>
                  </a:lnTo>
                  <a:lnTo>
                    <a:pt x="160654" y="1631498"/>
                  </a:lnTo>
                  <a:lnTo>
                    <a:pt x="186120" y="1614152"/>
                  </a:lnTo>
                  <a:lnTo>
                    <a:pt x="203290" y="1588413"/>
                  </a:lnTo>
                  <a:lnTo>
                    <a:pt x="209586" y="1556875"/>
                  </a:lnTo>
                  <a:lnTo>
                    <a:pt x="203290" y="1525402"/>
                  </a:lnTo>
                  <a:lnTo>
                    <a:pt x="186120" y="1499720"/>
                  </a:lnTo>
                  <a:lnTo>
                    <a:pt x="160654" y="1482414"/>
                  </a:lnTo>
                  <a:lnTo>
                    <a:pt x="129471" y="1476071"/>
                  </a:lnTo>
                  <a:lnTo>
                    <a:pt x="8" y="1476071"/>
                  </a:lnTo>
                  <a:lnTo>
                    <a:pt x="0" y="1226960"/>
                  </a:lnTo>
                  <a:lnTo>
                    <a:pt x="129471" y="1226960"/>
                  </a:lnTo>
                  <a:lnTo>
                    <a:pt x="160654" y="1220589"/>
                  </a:lnTo>
                  <a:lnTo>
                    <a:pt x="186120" y="1203223"/>
                  </a:lnTo>
                  <a:lnTo>
                    <a:pt x="203290" y="1177480"/>
                  </a:lnTo>
                  <a:lnTo>
                    <a:pt x="209586" y="1145979"/>
                  </a:lnTo>
                  <a:lnTo>
                    <a:pt x="203290" y="1114492"/>
                  </a:lnTo>
                  <a:lnTo>
                    <a:pt x="186120" y="1088779"/>
                  </a:lnTo>
                  <a:lnTo>
                    <a:pt x="160654" y="1071443"/>
                  </a:lnTo>
                  <a:lnTo>
                    <a:pt x="129471" y="1065087"/>
                  </a:lnTo>
                  <a:lnTo>
                    <a:pt x="8" y="1065087"/>
                  </a:lnTo>
                  <a:lnTo>
                    <a:pt x="0" y="815976"/>
                  </a:lnTo>
                  <a:lnTo>
                    <a:pt x="129471" y="815976"/>
                  </a:lnTo>
                  <a:lnTo>
                    <a:pt x="160654" y="809619"/>
                  </a:lnTo>
                  <a:lnTo>
                    <a:pt x="186120" y="792283"/>
                  </a:lnTo>
                  <a:lnTo>
                    <a:pt x="203290" y="766570"/>
                  </a:lnTo>
                  <a:lnTo>
                    <a:pt x="209586" y="735083"/>
                  </a:lnTo>
                  <a:lnTo>
                    <a:pt x="203290" y="703582"/>
                  </a:lnTo>
                  <a:lnTo>
                    <a:pt x="186120" y="677839"/>
                  </a:lnTo>
                  <a:lnTo>
                    <a:pt x="160654" y="660473"/>
                  </a:lnTo>
                  <a:lnTo>
                    <a:pt x="129471" y="654102"/>
                  </a:lnTo>
                  <a:lnTo>
                    <a:pt x="0" y="654102"/>
                  </a:lnTo>
                  <a:lnTo>
                    <a:pt x="8" y="404992"/>
                  </a:lnTo>
                  <a:lnTo>
                    <a:pt x="129471" y="404992"/>
                  </a:lnTo>
                  <a:lnTo>
                    <a:pt x="160654" y="398635"/>
                  </a:lnTo>
                  <a:lnTo>
                    <a:pt x="186120" y="381299"/>
                  </a:lnTo>
                  <a:lnTo>
                    <a:pt x="203290" y="355586"/>
                  </a:lnTo>
                  <a:lnTo>
                    <a:pt x="209586" y="324099"/>
                  </a:lnTo>
                  <a:lnTo>
                    <a:pt x="203290" y="292612"/>
                  </a:lnTo>
                  <a:lnTo>
                    <a:pt x="186120" y="266899"/>
                  </a:lnTo>
                  <a:lnTo>
                    <a:pt x="160654" y="249563"/>
                  </a:lnTo>
                  <a:lnTo>
                    <a:pt x="129471" y="243206"/>
                  </a:lnTo>
                  <a:lnTo>
                    <a:pt x="0" y="243206"/>
                  </a:lnTo>
                  <a:lnTo>
                    <a:pt x="0" y="193860"/>
                  </a:lnTo>
                  <a:lnTo>
                    <a:pt x="5121" y="149410"/>
                  </a:lnTo>
                  <a:lnTo>
                    <a:pt x="19708" y="108606"/>
                  </a:lnTo>
                  <a:lnTo>
                    <a:pt x="42598" y="72611"/>
                  </a:lnTo>
                  <a:lnTo>
                    <a:pt x="72625" y="42589"/>
                  </a:lnTo>
                  <a:lnTo>
                    <a:pt x="108627" y="19704"/>
                  </a:lnTo>
                  <a:lnTo>
                    <a:pt x="149439" y="5120"/>
                  </a:lnTo>
                  <a:lnTo>
                    <a:pt x="193898" y="0"/>
                  </a:lnTo>
                  <a:lnTo>
                    <a:pt x="1545005" y="8"/>
                  </a:lnTo>
                  <a:lnTo>
                    <a:pt x="1245955" y="8"/>
                  </a:lnTo>
                  <a:lnTo>
                    <a:pt x="1245955" y="390558"/>
                  </a:lnTo>
                  <a:lnTo>
                    <a:pt x="1248940" y="407380"/>
                  </a:lnTo>
                  <a:lnTo>
                    <a:pt x="1257066" y="416254"/>
                  </a:lnTo>
                  <a:lnTo>
                    <a:pt x="1269094" y="416611"/>
                  </a:lnTo>
                  <a:lnTo>
                    <a:pt x="1738827" y="416611"/>
                  </a:lnTo>
                  <a:lnTo>
                    <a:pt x="1738827" y="864802"/>
                  </a:lnTo>
                  <a:lnTo>
                    <a:pt x="499455" y="864802"/>
                  </a:lnTo>
                  <a:lnTo>
                    <a:pt x="466971" y="886330"/>
                  </a:lnTo>
                  <a:lnTo>
                    <a:pt x="464201" y="900049"/>
                  </a:lnTo>
                  <a:lnTo>
                    <a:pt x="466971" y="913769"/>
                  </a:lnTo>
                  <a:lnTo>
                    <a:pt x="474527" y="924973"/>
                  </a:lnTo>
                  <a:lnTo>
                    <a:pt x="485733" y="932527"/>
                  </a:lnTo>
                  <a:lnTo>
                    <a:pt x="499455" y="935297"/>
                  </a:lnTo>
                  <a:lnTo>
                    <a:pt x="1738827" y="935297"/>
                  </a:lnTo>
                  <a:lnTo>
                    <a:pt x="1738827" y="1022446"/>
                  </a:lnTo>
                  <a:lnTo>
                    <a:pt x="499455" y="1022446"/>
                  </a:lnTo>
                  <a:lnTo>
                    <a:pt x="485733" y="1025216"/>
                  </a:lnTo>
                  <a:lnTo>
                    <a:pt x="474527" y="1032770"/>
                  </a:lnTo>
                  <a:lnTo>
                    <a:pt x="466971" y="1043974"/>
                  </a:lnTo>
                  <a:lnTo>
                    <a:pt x="464201" y="1057693"/>
                  </a:lnTo>
                  <a:lnTo>
                    <a:pt x="466971" y="1071413"/>
                  </a:lnTo>
                  <a:lnTo>
                    <a:pt x="474527" y="1082616"/>
                  </a:lnTo>
                  <a:lnTo>
                    <a:pt x="485733" y="1090171"/>
                  </a:lnTo>
                  <a:lnTo>
                    <a:pt x="499455" y="1092941"/>
                  </a:lnTo>
                  <a:lnTo>
                    <a:pt x="1738827" y="1092941"/>
                  </a:lnTo>
                  <a:lnTo>
                    <a:pt x="1738827" y="1194814"/>
                  </a:lnTo>
                  <a:lnTo>
                    <a:pt x="499455" y="1194814"/>
                  </a:lnTo>
                  <a:lnTo>
                    <a:pt x="485733" y="1197584"/>
                  </a:lnTo>
                  <a:lnTo>
                    <a:pt x="474527" y="1205138"/>
                  </a:lnTo>
                  <a:lnTo>
                    <a:pt x="466971" y="1216342"/>
                  </a:lnTo>
                  <a:lnTo>
                    <a:pt x="464201" y="1230062"/>
                  </a:lnTo>
                  <a:lnTo>
                    <a:pt x="466971" y="1243781"/>
                  </a:lnTo>
                  <a:lnTo>
                    <a:pt x="474527" y="1254985"/>
                  </a:lnTo>
                  <a:lnTo>
                    <a:pt x="485733" y="1262539"/>
                  </a:lnTo>
                  <a:lnTo>
                    <a:pt x="499455" y="1265309"/>
                  </a:lnTo>
                  <a:lnTo>
                    <a:pt x="1738827" y="1265309"/>
                  </a:lnTo>
                  <a:lnTo>
                    <a:pt x="1738827" y="2054215"/>
                  </a:lnTo>
                  <a:lnTo>
                    <a:pt x="1733706" y="2098665"/>
                  </a:lnTo>
                  <a:lnTo>
                    <a:pt x="1719118" y="2139469"/>
                  </a:lnTo>
                  <a:lnTo>
                    <a:pt x="1696229" y="2175464"/>
                  </a:lnTo>
                  <a:lnTo>
                    <a:pt x="1666201" y="2205486"/>
                  </a:lnTo>
                  <a:lnTo>
                    <a:pt x="1630199" y="2228371"/>
                  </a:lnTo>
                  <a:lnTo>
                    <a:pt x="1589387" y="2242956"/>
                  </a:lnTo>
                  <a:lnTo>
                    <a:pt x="1544928" y="2248076"/>
                  </a:lnTo>
                  <a:close/>
                </a:path>
                <a:path w="1739265" h="2248535">
                  <a:moveTo>
                    <a:pt x="1738827" y="416611"/>
                  </a:moveTo>
                  <a:lnTo>
                    <a:pt x="1454036" y="416611"/>
                  </a:lnTo>
                  <a:lnTo>
                    <a:pt x="1466065" y="416254"/>
                  </a:lnTo>
                  <a:lnTo>
                    <a:pt x="1474193" y="407380"/>
                  </a:lnTo>
                  <a:lnTo>
                    <a:pt x="1477179" y="390558"/>
                  </a:lnTo>
                  <a:lnTo>
                    <a:pt x="1477179" y="8"/>
                  </a:lnTo>
                  <a:lnTo>
                    <a:pt x="1545005" y="8"/>
                  </a:lnTo>
                  <a:lnTo>
                    <a:pt x="1589387" y="5120"/>
                  </a:lnTo>
                  <a:lnTo>
                    <a:pt x="1630199" y="19704"/>
                  </a:lnTo>
                  <a:lnTo>
                    <a:pt x="1666201" y="42589"/>
                  </a:lnTo>
                  <a:lnTo>
                    <a:pt x="1696229" y="72611"/>
                  </a:lnTo>
                  <a:lnTo>
                    <a:pt x="1719118" y="108606"/>
                  </a:lnTo>
                  <a:lnTo>
                    <a:pt x="1733706" y="149410"/>
                  </a:lnTo>
                  <a:lnTo>
                    <a:pt x="1738827" y="193860"/>
                  </a:lnTo>
                  <a:lnTo>
                    <a:pt x="1738827" y="416611"/>
                  </a:lnTo>
                  <a:close/>
                </a:path>
                <a:path w="1739265" h="2248535">
                  <a:moveTo>
                    <a:pt x="1454036" y="416611"/>
                  </a:moveTo>
                  <a:lnTo>
                    <a:pt x="1269094" y="416611"/>
                  </a:lnTo>
                  <a:lnTo>
                    <a:pt x="1283783" y="407882"/>
                  </a:lnTo>
                  <a:lnTo>
                    <a:pt x="1323735" y="373419"/>
                  </a:lnTo>
                  <a:lnTo>
                    <a:pt x="1341410" y="363322"/>
                  </a:lnTo>
                  <a:lnTo>
                    <a:pt x="1361567" y="359956"/>
                  </a:lnTo>
                  <a:lnTo>
                    <a:pt x="1381724" y="363322"/>
                  </a:lnTo>
                  <a:lnTo>
                    <a:pt x="1399399" y="373419"/>
                  </a:lnTo>
                  <a:lnTo>
                    <a:pt x="1439351" y="407882"/>
                  </a:lnTo>
                  <a:lnTo>
                    <a:pt x="1454036" y="416611"/>
                  </a:lnTo>
                  <a:close/>
                </a:path>
                <a:path w="1739265" h="2248535">
                  <a:moveTo>
                    <a:pt x="1738827" y="935297"/>
                  </a:moveTo>
                  <a:lnTo>
                    <a:pt x="1401232" y="935297"/>
                  </a:lnTo>
                  <a:lnTo>
                    <a:pt x="1414954" y="932527"/>
                  </a:lnTo>
                  <a:lnTo>
                    <a:pt x="1426160" y="924973"/>
                  </a:lnTo>
                  <a:lnTo>
                    <a:pt x="1433716" y="913769"/>
                  </a:lnTo>
                  <a:lnTo>
                    <a:pt x="1436486" y="900049"/>
                  </a:lnTo>
                  <a:lnTo>
                    <a:pt x="1433716" y="886330"/>
                  </a:lnTo>
                  <a:lnTo>
                    <a:pt x="1426160" y="875126"/>
                  </a:lnTo>
                  <a:lnTo>
                    <a:pt x="1414954" y="867572"/>
                  </a:lnTo>
                  <a:lnTo>
                    <a:pt x="1401232" y="864802"/>
                  </a:lnTo>
                  <a:lnTo>
                    <a:pt x="1738827" y="864802"/>
                  </a:lnTo>
                  <a:lnTo>
                    <a:pt x="1738827" y="935297"/>
                  </a:lnTo>
                  <a:close/>
                </a:path>
                <a:path w="1739265" h="2248535">
                  <a:moveTo>
                    <a:pt x="1738827" y="1092941"/>
                  </a:moveTo>
                  <a:lnTo>
                    <a:pt x="1401232" y="1092941"/>
                  </a:lnTo>
                  <a:lnTo>
                    <a:pt x="1414954" y="1090171"/>
                  </a:lnTo>
                  <a:lnTo>
                    <a:pt x="1426160" y="1082616"/>
                  </a:lnTo>
                  <a:lnTo>
                    <a:pt x="1433716" y="1071413"/>
                  </a:lnTo>
                  <a:lnTo>
                    <a:pt x="1436486" y="1057693"/>
                  </a:lnTo>
                  <a:lnTo>
                    <a:pt x="1433716" y="1043974"/>
                  </a:lnTo>
                  <a:lnTo>
                    <a:pt x="1426160" y="1032770"/>
                  </a:lnTo>
                  <a:lnTo>
                    <a:pt x="1414954" y="1025216"/>
                  </a:lnTo>
                  <a:lnTo>
                    <a:pt x="1401232" y="1022446"/>
                  </a:lnTo>
                  <a:lnTo>
                    <a:pt x="1738827" y="1022446"/>
                  </a:lnTo>
                  <a:lnTo>
                    <a:pt x="1738827" y="1092941"/>
                  </a:lnTo>
                  <a:close/>
                </a:path>
                <a:path w="1739265" h="2248535">
                  <a:moveTo>
                    <a:pt x="1738827" y="1265309"/>
                  </a:moveTo>
                  <a:lnTo>
                    <a:pt x="1401232" y="1265309"/>
                  </a:lnTo>
                  <a:lnTo>
                    <a:pt x="1414954" y="1262539"/>
                  </a:lnTo>
                  <a:lnTo>
                    <a:pt x="1426160" y="1254985"/>
                  </a:lnTo>
                  <a:lnTo>
                    <a:pt x="1433716" y="1243781"/>
                  </a:lnTo>
                  <a:lnTo>
                    <a:pt x="1436486" y="1230062"/>
                  </a:lnTo>
                  <a:lnTo>
                    <a:pt x="1433716" y="1216342"/>
                  </a:lnTo>
                  <a:lnTo>
                    <a:pt x="1426160" y="1205138"/>
                  </a:lnTo>
                  <a:lnTo>
                    <a:pt x="1414954" y="1197584"/>
                  </a:lnTo>
                  <a:lnTo>
                    <a:pt x="1401232" y="1194814"/>
                  </a:lnTo>
                  <a:lnTo>
                    <a:pt x="1738827" y="1194814"/>
                  </a:lnTo>
                  <a:lnTo>
                    <a:pt x="1738827" y="1265309"/>
                  </a:lnTo>
                  <a:close/>
                </a:path>
              </a:pathLst>
            </a:custGeom>
            <a:solidFill>
              <a:srgbClr val="B024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9814" y="4283575"/>
              <a:ext cx="189597" cy="161802"/>
            </a:xfrm>
            <a:prstGeom prst="rect">
              <a:avLst/>
            </a:prstGeom>
          </p:spPr>
        </p:pic>
        <p:pic>
          <p:nvPicPr>
            <p:cNvPr id="68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39814" y="4694498"/>
              <a:ext cx="189597" cy="161802"/>
            </a:xfrm>
            <a:prstGeom prst="rect">
              <a:avLst/>
            </a:prstGeom>
          </p:spPr>
        </p:pic>
        <p:pic>
          <p:nvPicPr>
            <p:cNvPr id="69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39814" y="5105403"/>
              <a:ext cx="189606" cy="161891"/>
            </a:xfrm>
            <a:prstGeom prst="rect">
              <a:avLst/>
            </a:prstGeom>
          </p:spPr>
        </p:pic>
        <p:pic>
          <p:nvPicPr>
            <p:cNvPr id="70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9814" y="5516413"/>
              <a:ext cx="189597" cy="161803"/>
            </a:xfrm>
            <a:prstGeom prst="rect">
              <a:avLst/>
            </a:prstGeom>
          </p:spPr>
        </p:pic>
        <p:pic>
          <p:nvPicPr>
            <p:cNvPr id="71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639814" y="5927327"/>
              <a:ext cx="189597" cy="161802"/>
            </a:xfrm>
            <a:prstGeom prst="rect">
              <a:avLst/>
            </a:prstGeom>
          </p:spPr>
        </p:pic>
      </p:grpSp>
      <p:sp>
        <p:nvSpPr>
          <p:cNvPr id="72" name="object 30"/>
          <p:cNvSpPr txBox="1">
            <a:spLocks/>
          </p:cNvSpPr>
          <p:nvPr/>
        </p:nvSpPr>
        <p:spPr>
          <a:xfrm>
            <a:off x="5887177" y="3388757"/>
            <a:ext cx="2343150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9000" b="1" i="0">
                <a:solidFill>
                  <a:schemeClr val="tx1"/>
                </a:solidFill>
                <a:latin typeface="Consolas"/>
                <a:ea typeface="+mj-ea"/>
                <a:cs typeface="Consola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fr-FR" sz="4000" kern="0" spc="-130" dirty="0" smtClean="0">
                <a:latin typeface="Tahoma"/>
                <a:cs typeface="Tahoma"/>
              </a:rPr>
              <a:t>Caméra</a:t>
            </a:r>
            <a:endParaRPr lang="en-US" sz="4000" kern="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72270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11068132" y="3952541"/>
            <a:ext cx="1928495" cy="2248535"/>
            <a:chOff x="11639814" y="4040351"/>
            <a:chExt cx="1928495" cy="2248535"/>
          </a:xfrm>
        </p:grpSpPr>
        <p:sp>
          <p:nvSpPr>
            <p:cNvPr id="9" name="object 9"/>
            <p:cNvSpPr/>
            <p:nvPr/>
          </p:nvSpPr>
          <p:spPr>
            <a:xfrm>
              <a:off x="11829402" y="4040351"/>
              <a:ext cx="1739264" cy="2248535"/>
            </a:xfrm>
            <a:custGeom>
              <a:avLst/>
              <a:gdLst/>
              <a:ahLst/>
              <a:cxnLst/>
              <a:rect l="l" t="t" r="r" b="b"/>
              <a:pathLst>
                <a:path w="1739265" h="2248535">
                  <a:moveTo>
                    <a:pt x="1544928" y="2248076"/>
                  </a:moveTo>
                  <a:lnTo>
                    <a:pt x="193898" y="2248076"/>
                  </a:lnTo>
                  <a:lnTo>
                    <a:pt x="149439" y="2242956"/>
                  </a:lnTo>
                  <a:lnTo>
                    <a:pt x="108627" y="2228371"/>
                  </a:lnTo>
                  <a:lnTo>
                    <a:pt x="72625" y="2205486"/>
                  </a:lnTo>
                  <a:lnTo>
                    <a:pt x="42598" y="2175464"/>
                  </a:lnTo>
                  <a:lnTo>
                    <a:pt x="19708" y="2139469"/>
                  </a:lnTo>
                  <a:lnTo>
                    <a:pt x="5121" y="2098665"/>
                  </a:lnTo>
                  <a:lnTo>
                    <a:pt x="0" y="2054215"/>
                  </a:lnTo>
                  <a:lnTo>
                    <a:pt x="8" y="2048752"/>
                  </a:lnTo>
                  <a:lnTo>
                    <a:pt x="129471" y="2048752"/>
                  </a:lnTo>
                  <a:lnTo>
                    <a:pt x="160654" y="2042409"/>
                  </a:lnTo>
                  <a:lnTo>
                    <a:pt x="186120" y="2025104"/>
                  </a:lnTo>
                  <a:lnTo>
                    <a:pt x="203290" y="1999421"/>
                  </a:lnTo>
                  <a:lnTo>
                    <a:pt x="209586" y="1967948"/>
                  </a:lnTo>
                  <a:lnTo>
                    <a:pt x="203290" y="1936447"/>
                  </a:lnTo>
                  <a:lnTo>
                    <a:pt x="186120" y="1910704"/>
                  </a:lnTo>
                  <a:lnTo>
                    <a:pt x="160654" y="1893338"/>
                  </a:lnTo>
                  <a:lnTo>
                    <a:pt x="129471" y="1886967"/>
                  </a:lnTo>
                  <a:lnTo>
                    <a:pt x="0" y="1886967"/>
                  </a:lnTo>
                  <a:lnTo>
                    <a:pt x="8" y="1637856"/>
                  </a:lnTo>
                  <a:lnTo>
                    <a:pt x="129471" y="1637856"/>
                  </a:lnTo>
                  <a:lnTo>
                    <a:pt x="160654" y="1631498"/>
                  </a:lnTo>
                  <a:lnTo>
                    <a:pt x="186120" y="1614152"/>
                  </a:lnTo>
                  <a:lnTo>
                    <a:pt x="203290" y="1588413"/>
                  </a:lnTo>
                  <a:lnTo>
                    <a:pt x="209586" y="1556875"/>
                  </a:lnTo>
                  <a:lnTo>
                    <a:pt x="203290" y="1525402"/>
                  </a:lnTo>
                  <a:lnTo>
                    <a:pt x="186120" y="1499720"/>
                  </a:lnTo>
                  <a:lnTo>
                    <a:pt x="160654" y="1482414"/>
                  </a:lnTo>
                  <a:lnTo>
                    <a:pt x="129471" y="1476071"/>
                  </a:lnTo>
                  <a:lnTo>
                    <a:pt x="8" y="1476071"/>
                  </a:lnTo>
                  <a:lnTo>
                    <a:pt x="0" y="1226960"/>
                  </a:lnTo>
                  <a:lnTo>
                    <a:pt x="129471" y="1226960"/>
                  </a:lnTo>
                  <a:lnTo>
                    <a:pt x="160654" y="1220589"/>
                  </a:lnTo>
                  <a:lnTo>
                    <a:pt x="186120" y="1203223"/>
                  </a:lnTo>
                  <a:lnTo>
                    <a:pt x="203290" y="1177480"/>
                  </a:lnTo>
                  <a:lnTo>
                    <a:pt x="209586" y="1145979"/>
                  </a:lnTo>
                  <a:lnTo>
                    <a:pt x="203290" y="1114492"/>
                  </a:lnTo>
                  <a:lnTo>
                    <a:pt x="186120" y="1088779"/>
                  </a:lnTo>
                  <a:lnTo>
                    <a:pt x="160654" y="1071443"/>
                  </a:lnTo>
                  <a:lnTo>
                    <a:pt x="129471" y="1065087"/>
                  </a:lnTo>
                  <a:lnTo>
                    <a:pt x="8" y="1065087"/>
                  </a:lnTo>
                  <a:lnTo>
                    <a:pt x="0" y="815976"/>
                  </a:lnTo>
                  <a:lnTo>
                    <a:pt x="129471" y="815976"/>
                  </a:lnTo>
                  <a:lnTo>
                    <a:pt x="160654" y="809619"/>
                  </a:lnTo>
                  <a:lnTo>
                    <a:pt x="186120" y="792283"/>
                  </a:lnTo>
                  <a:lnTo>
                    <a:pt x="203290" y="766570"/>
                  </a:lnTo>
                  <a:lnTo>
                    <a:pt x="209586" y="735083"/>
                  </a:lnTo>
                  <a:lnTo>
                    <a:pt x="203290" y="703582"/>
                  </a:lnTo>
                  <a:lnTo>
                    <a:pt x="186120" y="677839"/>
                  </a:lnTo>
                  <a:lnTo>
                    <a:pt x="160654" y="660473"/>
                  </a:lnTo>
                  <a:lnTo>
                    <a:pt x="129471" y="654102"/>
                  </a:lnTo>
                  <a:lnTo>
                    <a:pt x="0" y="654102"/>
                  </a:lnTo>
                  <a:lnTo>
                    <a:pt x="8" y="404992"/>
                  </a:lnTo>
                  <a:lnTo>
                    <a:pt x="129471" y="404992"/>
                  </a:lnTo>
                  <a:lnTo>
                    <a:pt x="160654" y="398635"/>
                  </a:lnTo>
                  <a:lnTo>
                    <a:pt x="186120" y="381299"/>
                  </a:lnTo>
                  <a:lnTo>
                    <a:pt x="203290" y="355586"/>
                  </a:lnTo>
                  <a:lnTo>
                    <a:pt x="209586" y="324099"/>
                  </a:lnTo>
                  <a:lnTo>
                    <a:pt x="203290" y="292612"/>
                  </a:lnTo>
                  <a:lnTo>
                    <a:pt x="186120" y="266899"/>
                  </a:lnTo>
                  <a:lnTo>
                    <a:pt x="160654" y="249563"/>
                  </a:lnTo>
                  <a:lnTo>
                    <a:pt x="129471" y="243206"/>
                  </a:lnTo>
                  <a:lnTo>
                    <a:pt x="0" y="243206"/>
                  </a:lnTo>
                  <a:lnTo>
                    <a:pt x="0" y="193860"/>
                  </a:lnTo>
                  <a:lnTo>
                    <a:pt x="5121" y="149410"/>
                  </a:lnTo>
                  <a:lnTo>
                    <a:pt x="19708" y="108606"/>
                  </a:lnTo>
                  <a:lnTo>
                    <a:pt x="42598" y="72611"/>
                  </a:lnTo>
                  <a:lnTo>
                    <a:pt x="72625" y="42589"/>
                  </a:lnTo>
                  <a:lnTo>
                    <a:pt x="108627" y="19704"/>
                  </a:lnTo>
                  <a:lnTo>
                    <a:pt x="149439" y="5120"/>
                  </a:lnTo>
                  <a:lnTo>
                    <a:pt x="193898" y="0"/>
                  </a:lnTo>
                  <a:lnTo>
                    <a:pt x="1545005" y="8"/>
                  </a:lnTo>
                  <a:lnTo>
                    <a:pt x="1245955" y="8"/>
                  </a:lnTo>
                  <a:lnTo>
                    <a:pt x="1245955" y="390558"/>
                  </a:lnTo>
                  <a:lnTo>
                    <a:pt x="1248940" y="407380"/>
                  </a:lnTo>
                  <a:lnTo>
                    <a:pt x="1257066" y="416254"/>
                  </a:lnTo>
                  <a:lnTo>
                    <a:pt x="1269094" y="416611"/>
                  </a:lnTo>
                  <a:lnTo>
                    <a:pt x="1738827" y="416611"/>
                  </a:lnTo>
                  <a:lnTo>
                    <a:pt x="1738827" y="864802"/>
                  </a:lnTo>
                  <a:lnTo>
                    <a:pt x="499455" y="864802"/>
                  </a:lnTo>
                  <a:lnTo>
                    <a:pt x="466971" y="886330"/>
                  </a:lnTo>
                  <a:lnTo>
                    <a:pt x="464201" y="900049"/>
                  </a:lnTo>
                  <a:lnTo>
                    <a:pt x="466971" y="913769"/>
                  </a:lnTo>
                  <a:lnTo>
                    <a:pt x="474527" y="924973"/>
                  </a:lnTo>
                  <a:lnTo>
                    <a:pt x="485733" y="932527"/>
                  </a:lnTo>
                  <a:lnTo>
                    <a:pt x="499455" y="935297"/>
                  </a:lnTo>
                  <a:lnTo>
                    <a:pt x="1738827" y="935297"/>
                  </a:lnTo>
                  <a:lnTo>
                    <a:pt x="1738827" y="1022446"/>
                  </a:lnTo>
                  <a:lnTo>
                    <a:pt x="499455" y="1022446"/>
                  </a:lnTo>
                  <a:lnTo>
                    <a:pt x="485733" y="1025216"/>
                  </a:lnTo>
                  <a:lnTo>
                    <a:pt x="474527" y="1032770"/>
                  </a:lnTo>
                  <a:lnTo>
                    <a:pt x="466971" y="1043974"/>
                  </a:lnTo>
                  <a:lnTo>
                    <a:pt x="464201" y="1057693"/>
                  </a:lnTo>
                  <a:lnTo>
                    <a:pt x="466971" y="1071413"/>
                  </a:lnTo>
                  <a:lnTo>
                    <a:pt x="474527" y="1082616"/>
                  </a:lnTo>
                  <a:lnTo>
                    <a:pt x="485733" y="1090171"/>
                  </a:lnTo>
                  <a:lnTo>
                    <a:pt x="499455" y="1092941"/>
                  </a:lnTo>
                  <a:lnTo>
                    <a:pt x="1738827" y="1092941"/>
                  </a:lnTo>
                  <a:lnTo>
                    <a:pt x="1738827" y="1194814"/>
                  </a:lnTo>
                  <a:lnTo>
                    <a:pt x="499455" y="1194814"/>
                  </a:lnTo>
                  <a:lnTo>
                    <a:pt x="485733" y="1197584"/>
                  </a:lnTo>
                  <a:lnTo>
                    <a:pt x="474527" y="1205138"/>
                  </a:lnTo>
                  <a:lnTo>
                    <a:pt x="466971" y="1216342"/>
                  </a:lnTo>
                  <a:lnTo>
                    <a:pt x="464201" y="1230062"/>
                  </a:lnTo>
                  <a:lnTo>
                    <a:pt x="466971" y="1243781"/>
                  </a:lnTo>
                  <a:lnTo>
                    <a:pt x="474527" y="1254985"/>
                  </a:lnTo>
                  <a:lnTo>
                    <a:pt x="485733" y="1262539"/>
                  </a:lnTo>
                  <a:lnTo>
                    <a:pt x="499455" y="1265309"/>
                  </a:lnTo>
                  <a:lnTo>
                    <a:pt x="1738827" y="1265309"/>
                  </a:lnTo>
                  <a:lnTo>
                    <a:pt x="1738827" y="2054215"/>
                  </a:lnTo>
                  <a:lnTo>
                    <a:pt x="1733706" y="2098665"/>
                  </a:lnTo>
                  <a:lnTo>
                    <a:pt x="1719118" y="2139469"/>
                  </a:lnTo>
                  <a:lnTo>
                    <a:pt x="1696229" y="2175464"/>
                  </a:lnTo>
                  <a:lnTo>
                    <a:pt x="1666201" y="2205486"/>
                  </a:lnTo>
                  <a:lnTo>
                    <a:pt x="1630199" y="2228371"/>
                  </a:lnTo>
                  <a:lnTo>
                    <a:pt x="1589387" y="2242956"/>
                  </a:lnTo>
                  <a:lnTo>
                    <a:pt x="1544928" y="2248076"/>
                  </a:lnTo>
                  <a:close/>
                </a:path>
                <a:path w="1739265" h="2248535">
                  <a:moveTo>
                    <a:pt x="1738827" y="416611"/>
                  </a:moveTo>
                  <a:lnTo>
                    <a:pt x="1454036" y="416611"/>
                  </a:lnTo>
                  <a:lnTo>
                    <a:pt x="1466065" y="416254"/>
                  </a:lnTo>
                  <a:lnTo>
                    <a:pt x="1474193" y="407380"/>
                  </a:lnTo>
                  <a:lnTo>
                    <a:pt x="1477179" y="390558"/>
                  </a:lnTo>
                  <a:lnTo>
                    <a:pt x="1477179" y="8"/>
                  </a:lnTo>
                  <a:lnTo>
                    <a:pt x="1545005" y="8"/>
                  </a:lnTo>
                  <a:lnTo>
                    <a:pt x="1589387" y="5120"/>
                  </a:lnTo>
                  <a:lnTo>
                    <a:pt x="1630199" y="19704"/>
                  </a:lnTo>
                  <a:lnTo>
                    <a:pt x="1666201" y="42589"/>
                  </a:lnTo>
                  <a:lnTo>
                    <a:pt x="1696229" y="72611"/>
                  </a:lnTo>
                  <a:lnTo>
                    <a:pt x="1719118" y="108606"/>
                  </a:lnTo>
                  <a:lnTo>
                    <a:pt x="1733706" y="149410"/>
                  </a:lnTo>
                  <a:lnTo>
                    <a:pt x="1738827" y="193860"/>
                  </a:lnTo>
                  <a:lnTo>
                    <a:pt x="1738827" y="416611"/>
                  </a:lnTo>
                  <a:close/>
                </a:path>
                <a:path w="1739265" h="2248535">
                  <a:moveTo>
                    <a:pt x="1454036" y="416611"/>
                  </a:moveTo>
                  <a:lnTo>
                    <a:pt x="1269094" y="416611"/>
                  </a:lnTo>
                  <a:lnTo>
                    <a:pt x="1283783" y="407882"/>
                  </a:lnTo>
                  <a:lnTo>
                    <a:pt x="1323735" y="373419"/>
                  </a:lnTo>
                  <a:lnTo>
                    <a:pt x="1341410" y="363322"/>
                  </a:lnTo>
                  <a:lnTo>
                    <a:pt x="1361567" y="359956"/>
                  </a:lnTo>
                  <a:lnTo>
                    <a:pt x="1381724" y="363322"/>
                  </a:lnTo>
                  <a:lnTo>
                    <a:pt x="1399399" y="373419"/>
                  </a:lnTo>
                  <a:lnTo>
                    <a:pt x="1439351" y="407882"/>
                  </a:lnTo>
                  <a:lnTo>
                    <a:pt x="1454036" y="416611"/>
                  </a:lnTo>
                  <a:close/>
                </a:path>
                <a:path w="1739265" h="2248535">
                  <a:moveTo>
                    <a:pt x="1738827" y="935297"/>
                  </a:moveTo>
                  <a:lnTo>
                    <a:pt x="1401232" y="935297"/>
                  </a:lnTo>
                  <a:lnTo>
                    <a:pt x="1414954" y="932527"/>
                  </a:lnTo>
                  <a:lnTo>
                    <a:pt x="1426160" y="924973"/>
                  </a:lnTo>
                  <a:lnTo>
                    <a:pt x="1433716" y="913769"/>
                  </a:lnTo>
                  <a:lnTo>
                    <a:pt x="1436486" y="900049"/>
                  </a:lnTo>
                  <a:lnTo>
                    <a:pt x="1433716" y="886330"/>
                  </a:lnTo>
                  <a:lnTo>
                    <a:pt x="1426160" y="875126"/>
                  </a:lnTo>
                  <a:lnTo>
                    <a:pt x="1414954" y="867572"/>
                  </a:lnTo>
                  <a:lnTo>
                    <a:pt x="1401232" y="864802"/>
                  </a:lnTo>
                  <a:lnTo>
                    <a:pt x="1738827" y="864802"/>
                  </a:lnTo>
                  <a:lnTo>
                    <a:pt x="1738827" y="935297"/>
                  </a:lnTo>
                  <a:close/>
                </a:path>
                <a:path w="1739265" h="2248535">
                  <a:moveTo>
                    <a:pt x="1738827" y="1092941"/>
                  </a:moveTo>
                  <a:lnTo>
                    <a:pt x="1401232" y="1092941"/>
                  </a:lnTo>
                  <a:lnTo>
                    <a:pt x="1414954" y="1090171"/>
                  </a:lnTo>
                  <a:lnTo>
                    <a:pt x="1426160" y="1082616"/>
                  </a:lnTo>
                  <a:lnTo>
                    <a:pt x="1433716" y="1071413"/>
                  </a:lnTo>
                  <a:lnTo>
                    <a:pt x="1436486" y="1057693"/>
                  </a:lnTo>
                  <a:lnTo>
                    <a:pt x="1433716" y="1043974"/>
                  </a:lnTo>
                  <a:lnTo>
                    <a:pt x="1426160" y="1032770"/>
                  </a:lnTo>
                  <a:lnTo>
                    <a:pt x="1414954" y="1025216"/>
                  </a:lnTo>
                  <a:lnTo>
                    <a:pt x="1401232" y="1022446"/>
                  </a:lnTo>
                  <a:lnTo>
                    <a:pt x="1738827" y="1022446"/>
                  </a:lnTo>
                  <a:lnTo>
                    <a:pt x="1738827" y="1092941"/>
                  </a:lnTo>
                  <a:close/>
                </a:path>
                <a:path w="1739265" h="2248535">
                  <a:moveTo>
                    <a:pt x="1738827" y="1265309"/>
                  </a:moveTo>
                  <a:lnTo>
                    <a:pt x="1401232" y="1265309"/>
                  </a:lnTo>
                  <a:lnTo>
                    <a:pt x="1414954" y="1262539"/>
                  </a:lnTo>
                  <a:lnTo>
                    <a:pt x="1426160" y="1254985"/>
                  </a:lnTo>
                  <a:lnTo>
                    <a:pt x="1433716" y="1243781"/>
                  </a:lnTo>
                  <a:lnTo>
                    <a:pt x="1436486" y="1230062"/>
                  </a:lnTo>
                  <a:lnTo>
                    <a:pt x="1433716" y="1216342"/>
                  </a:lnTo>
                  <a:lnTo>
                    <a:pt x="1426160" y="1205138"/>
                  </a:lnTo>
                  <a:lnTo>
                    <a:pt x="1414954" y="1197584"/>
                  </a:lnTo>
                  <a:lnTo>
                    <a:pt x="1401232" y="1194814"/>
                  </a:lnTo>
                  <a:lnTo>
                    <a:pt x="1738827" y="1194814"/>
                  </a:lnTo>
                  <a:lnTo>
                    <a:pt x="1738827" y="1265309"/>
                  </a:lnTo>
                  <a:close/>
                </a:path>
              </a:pathLst>
            </a:custGeom>
            <a:solidFill>
              <a:srgbClr val="B024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39814" y="4283575"/>
              <a:ext cx="189597" cy="16180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814" y="4694498"/>
              <a:ext cx="189597" cy="1618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39814" y="5105403"/>
              <a:ext cx="189606" cy="1618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39814" y="5516413"/>
              <a:ext cx="189597" cy="1618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39814" y="5927327"/>
              <a:ext cx="189597" cy="16180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101422" y="5461648"/>
            <a:ext cx="2443702" cy="6841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4350" b="1" spc="-60" dirty="0" smtClean="0">
                <a:latin typeface="Tahoma"/>
                <a:cs typeface="Tahoma"/>
              </a:rPr>
              <a:t>Etudiant</a:t>
            </a:r>
            <a:endParaRPr sz="4350" dirty="0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304816" y="3099800"/>
            <a:ext cx="916305" cy="601980"/>
            <a:chOff x="3160376" y="2658127"/>
            <a:chExt cx="916305" cy="601980"/>
          </a:xfrm>
        </p:grpSpPr>
        <p:sp>
          <p:nvSpPr>
            <p:cNvPr id="51" name="object 51"/>
            <p:cNvSpPr/>
            <p:nvPr/>
          </p:nvSpPr>
          <p:spPr>
            <a:xfrm>
              <a:off x="3188951" y="2774539"/>
              <a:ext cx="737870" cy="457200"/>
            </a:xfrm>
            <a:custGeom>
              <a:avLst/>
              <a:gdLst/>
              <a:ahLst/>
              <a:cxnLst/>
              <a:rect l="l" t="t" r="r" b="b"/>
              <a:pathLst>
                <a:path w="737870" h="457200">
                  <a:moveTo>
                    <a:pt x="737550" y="0"/>
                  </a:moveTo>
                  <a:lnTo>
                    <a:pt x="0" y="456599"/>
                  </a:lnTo>
                </a:path>
              </a:pathLst>
            </a:custGeom>
            <a:ln w="57108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7087" y="2658127"/>
              <a:ext cx="199095" cy="202821"/>
            </a:xfrm>
            <a:prstGeom prst="rect">
              <a:avLst/>
            </a:prstGeom>
          </p:spPr>
        </p:pic>
      </p:grpSp>
      <p:sp>
        <p:nvSpPr>
          <p:cNvPr id="70" name="object 70"/>
          <p:cNvSpPr/>
          <p:nvPr/>
        </p:nvSpPr>
        <p:spPr>
          <a:xfrm>
            <a:off x="2127250" y="0"/>
            <a:ext cx="13868400" cy="767080"/>
          </a:xfrm>
          <a:custGeom>
            <a:avLst/>
            <a:gdLst/>
            <a:ahLst/>
            <a:cxnLst/>
            <a:rect l="l" t="t" r="r" b="b"/>
            <a:pathLst>
              <a:path w="13868400" h="767080">
                <a:moveTo>
                  <a:pt x="0" y="0"/>
                </a:moveTo>
                <a:lnTo>
                  <a:pt x="13868399" y="0"/>
                </a:lnTo>
                <a:lnTo>
                  <a:pt x="13868399" y="766971"/>
                </a:lnTo>
                <a:lnTo>
                  <a:pt x="0" y="766971"/>
                </a:lnTo>
                <a:lnTo>
                  <a:pt x="0" y="0"/>
                </a:lnTo>
                <a:close/>
              </a:path>
            </a:pathLst>
          </a:custGeom>
          <a:solidFill>
            <a:srgbClr val="B18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2"/>
          <p:cNvSpPr/>
          <p:nvPr/>
        </p:nvSpPr>
        <p:spPr>
          <a:xfrm>
            <a:off x="16813931" y="166"/>
            <a:ext cx="1474470" cy="10287000"/>
          </a:xfrm>
          <a:custGeom>
            <a:avLst/>
            <a:gdLst/>
            <a:ahLst/>
            <a:cxnLst/>
            <a:rect l="l" t="t" r="r" b="b"/>
            <a:pathLst>
              <a:path w="1474469" h="10287000">
                <a:moveTo>
                  <a:pt x="0" y="0"/>
                </a:moveTo>
                <a:lnTo>
                  <a:pt x="1474067" y="0"/>
                </a:lnTo>
                <a:lnTo>
                  <a:pt x="1474067" y="10286661"/>
                </a:lnTo>
                <a:lnTo>
                  <a:pt x="0" y="10286661"/>
                </a:lnTo>
                <a:lnTo>
                  <a:pt x="0" y="0"/>
                </a:lnTo>
                <a:close/>
              </a:path>
            </a:pathLst>
          </a:custGeom>
          <a:solidFill>
            <a:srgbClr val="ABC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42"/>
          <p:cNvSpPr/>
          <p:nvPr/>
        </p:nvSpPr>
        <p:spPr>
          <a:xfrm>
            <a:off x="16681209" y="7735018"/>
            <a:ext cx="1607185" cy="2552065"/>
          </a:xfrm>
          <a:custGeom>
            <a:avLst/>
            <a:gdLst/>
            <a:ahLst/>
            <a:cxnLst/>
            <a:rect l="l" t="t" r="r" b="b"/>
            <a:pathLst>
              <a:path w="1607184" h="2552065">
                <a:moveTo>
                  <a:pt x="1606790" y="2551981"/>
                </a:moveTo>
                <a:lnTo>
                  <a:pt x="0" y="2551981"/>
                </a:lnTo>
                <a:lnTo>
                  <a:pt x="402" y="2503755"/>
                </a:lnTo>
                <a:lnTo>
                  <a:pt x="1606" y="2455725"/>
                </a:lnTo>
                <a:lnTo>
                  <a:pt x="3605" y="2407896"/>
                </a:lnTo>
                <a:lnTo>
                  <a:pt x="6393" y="2360275"/>
                </a:lnTo>
                <a:lnTo>
                  <a:pt x="9962" y="2312868"/>
                </a:lnTo>
                <a:lnTo>
                  <a:pt x="14308" y="2265681"/>
                </a:lnTo>
                <a:lnTo>
                  <a:pt x="19422" y="2218722"/>
                </a:lnTo>
                <a:lnTo>
                  <a:pt x="25300" y="2171995"/>
                </a:lnTo>
                <a:lnTo>
                  <a:pt x="31935" y="2125509"/>
                </a:lnTo>
                <a:lnTo>
                  <a:pt x="39319" y="2079268"/>
                </a:lnTo>
                <a:lnTo>
                  <a:pt x="47448" y="2033280"/>
                </a:lnTo>
                <a:lnTo>
                  <a:pt x="56313" y="1987551"/>
                </a:lnTo>
                <a:lnTo>
                  <a:pt x="65910" y="1942087"/>
                </a:lnTo>
                <a:lnTo>
                  <a:pt x="76232" y="1896895"/>
                </a:lnTo>
                <a:lnTo>
                  <a:pt x="87272" y="1851981"/>
                </a:lnTo>
                <a:lnTo>
                  <a:pt x="99024" y="1807351"/>
                </a:lnTo>
                <a:lnTo>
                  <a:pt x="111481" y="1763011"/>
                </a:lnTo>
                <a:lnTo>
                  <a:pt x="124638" y="1718969"/>
                </a:lnTo>
                <a:lnTo>
                  <a:pt x="138488" y="1675231"/>
                </a:lnTo>
                <a:lnTo>
                  <a:pt x="153023" y="1631802"/>
                </a:lnTo>
                <a:lnTo>
                  <a:pt x="168239" y="1588689"/>
                </a:lnTo>
                <a:lnTo>
                  <a:pt x="184129" y="1545900"/>
                </a:lnTo>
                <a:lnTo>
                  <a:pt x="200686" y="1503439"/>
                </a:lnTo>
                <a:lnTo>
                  <a:pt x="217903" y="1461314"/>
                </a:lnTo>
                <a:lnTo>
                  <a:pt x="235776" y="1419530"/>
                </a:lnTo>
                <a:lnTo>
                  <a:pt x="254296" y="1378095"/>
                </a:lnTo>
                <a:lnTo>
                  <a:pt x="273458" y="1337014"/>
                </a:lnTo>
                <a:lnTo>
                  <a:pt x="293256" y="1296294"/>
                </a:lnTo>
                <a:lnTo>
                  <a:pt x="313682" y="1255942"/>
                </a:lnTo>
                <a:lnTo>
                  <a:pt x="334731" y="1215963"/>
                </a:lnTo>
                <a:lnTo>
                  <a:pt x="356396" y="1176364"/>
                </a:lnTo>
                <a:lnTo>
                  <a:pt x="378671" y="1137152"/>
                </a:lnTo>
                <a:lnTo>
                  <a:pt x="401550" y="1098333"/>
                </a:lnTo>
                <a:lnTo>
                  <a:pt x="425025" y="1059912"/>
                </a:lnTo>
                <a:lnTo>
                  <a:pt x="449092" y="1021898"/>
                </a:lnTo>
                <a:lnTo>
                  <a:pt x="473742" y="984295"/>
                </a:lnTo>
                <a:lnTo>
                  <a:pt x="498971" y="947111"/>
                </a:lnTo>
                <a:lnTo>
                  <a:pt x="524771" y="910352"/>
                </a:lnTo>
                <a:lnTo>
                  <a:pt x="551136" y="874024"/>
                </a:lnTo>
                <a:lnTo>
                  <a:pt x="578060" y="838133"/>
                </a:lnTo>
                <a:lnTo>
                  <a:pt x="605536" y="802686"/>
                </a:lnTo>
                <a:lnTo>
                  <a:pt x="633559" y="767690"/>
                </a:lnTo>
                <a:lnTo>
                  <a:pt x="662121" y="733150"/>
                </a:lnTo>
                <a:lnTo>
                  <a:pt x="691216" y="699073"/>
                </a:lnTo>
                <a:lnTo>
                  <a:pt x="720838" y="665466"/>
                </a:lnTo>
                <a:lnTo>
                  <a:pt x="750981" y="632334"/>
                </a:lnTo>
                <a:lnTo>
                  <a:pt x="781637" y="599685"/>
                </a:lnTo>
                <a:lnTo>
                  <a:pt x="812802" y="567524"/>
                </a:lnTo>
                <a:lnTo>
                  <a:pt x="844468" y="535858"/>
                </a:lnTo>
                <a:lnTo>
                  <a:pt x="876628" y="504694"/>
                </a:lnTo>
                <a:lnTo>
                  <a:pt x="909278" y="474037"/>
                </a:lnTo>
                <a:lnTo>
                  <a:pt x="942409" y="443894"/>
                </a:lnTo>
                <a:lnTo>
                  <a:pt x="976017" y="414272"/>
                </a:lnTo>
                <a:lnTo>
                  <a:pt x="1010093" y="385177"/>
                </a:lnTo>
                <a:lnTo>
                  <a:pt x="1044633" y="356615"/>
                </a:lnTo>
                <a:lnTo>
                  <a:pt x="1079630" y="328593"/>
                </a:lnTo>
                <a:lnTo>
                  <a:pt x="1115076" y="301116"/>
                </a:lnTo>
                <a:lnTo>
                  <a:pt x="1150967" y="274192"/>
                </a:lnTo>
                <a:lnTo>
                  <a:pt x="1187295" y="247827"/>
                </a:lnTo>
                <a:lnTo>
                  <a:pt x="1224055" y="222027"/>
                </a:lnTo>
                <a:lnTo>
                  <a:pt x="1261239" y="196798"/>
                </a:lnTo>
                <a:lnTo>
                  <a:pt x="1298841" y="172148"/>
                </a:lnTo>
                <a:lnTo>
                  <a:pt x="1336856" y="148082"/>
                </a:lnTo>
                <a:lnTo>
                  <a:pt x="1375276" y="124606"/>
                </a:lnTo>
                <a:lnTo>
                  <a:pt x="1414096" y="101728"/>
                </a:lnTo>
                <a:lnTo>
                  <a:pt x="1453308" y="79453"/>
                </a:lnTo>
                <a:lnTo>
                  <a:pt x="1492906" y="57787"/>
                </a:lnTo>
                <a:lnTo>
                  <a:pt x="1532885" y="36738"/>
                </a:lnTo>
                <a:lnTo>
                  <a:pt x="1573238" y="16312"/>
                </a:lnTo>
                <a:lnTo>
                  <a:pt x="1606790" y="0"/>
                </a:lnTo>
                <a:lnTo>
                  <a:pt x="1606790" y="2551981"/>
                </a:lnTo>
                <a:close/>
              </a:path>
            </a:pathLst>
          </a:custGeom>
          <a:solidFill>
            <a:srgbClr val="F59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43"/>
          <p:cNvSpPr/>
          <p:nvPr/>
        </p:nvSpPr>
        <p:spPr>
          <a:xfrm>
            <a:off x="16368565" y="154"/>
            <a:ext cx="895350" cy="1952625"/>
          </a:xfrm>
          <a:custGeom>
            <a:avLst/>
            <a:gdLst/>
            <a:ahLst/>
            <a:cxnLst/>
            <a:rect l="l" t="t" r="r" b="b"/>
            <a:pathLst>
              <a:path w="895350" h="1952625">
                <a:moveTo>
                  <a:pt x="447446" y="1952316"/>
                </a:moveTo>
                <a:lnTo>
                  <a:pt x="0" y="1796217"/>
                </a:lnTo>
                <a:lnTo>
                  <a:pt x="228" y="1667880"/>
                </a:lnTo>
                <a:lnTo>
                  <a:pt x="1142" y="468822"/>
                </a:lnTo>
                <a:lnTo>
                  <a:pt x="0" y="0"/>
                </a:lnTo>
                <a:lnTo>
                  <a:pt x="895349" y="0"/>
                </a:lnTo>
                <a:lnTo>
                  <a:pt x="895349" y="1796217"/>
                </a:lnTo>
                <a:lnTo>
                  <a:pt x="447446" y="1952316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28"/>
          <p:cNvSpPr/>
          <p:nvPr/>
        </p:nvSpPr>
        <p:spPr>
          <a:xfrm>
            <a:off x="0" y="0"/>
            <a:ext cx="1445895" cy="2375535"/>
          </a:xfrm>
          <a:custGeom>
            <a:avLst/>
            <a:gdLst/>
            <a:ahLst/>
            <a:cxnLst/>
            <a:rect l="l" t="t" r="r" b="b"/>
            <a:pathLst>
              <a:path w="1445895" h="2375535">
                <a:moveTo>
                  <a:pt x="0" y="2375311"/>
                </a:moveTo>
                <a:lnTo>
                  <a:pt x="0" y="0"/>
                </a:lnTo>
                <a:lnTo>
                  <a:pt x="1445630" y="0"/>
                </a:lnTo>
                <a:lnTo>
                  <a:pt x="1443567" y="50353"/>
                </a:lnTo>
                <a:lnTo>
                  <a:pt x="1440780" y="97974"/>
                </a:lnTo>
                <a:lnTo>
                  <a:pt x="1437210" y="145381"/>
                </a:lnTo>
                <a:lnTo>
                  <a:pt x="1432865" y="192567"/>
                </a:lnTo>
                <a:lnTo>
                  <a:pt x="1427750" y="239527"/>
                </a:lnTo>
                <a:lnTo>
                  <a:pt x="1421872" y="286253"/>
                </a:lnTo>
                <a:lnTo>
                  <a:pt x="1415238" y="332740"/>
                </a:lnTo>
                <a:lnTo>
                  <a:pt x="1407854" y="378980"/>
                </a:lnTo>
                <a:lnTo>
                  <a:pt x="1399725" y="424968"/>
                </a:lnTo>
                <a:lnTo>
                  <a:pt x="1390859" y="470697"/>
                </a:lnTo>
                <a:lnTo>
                  <a:pt x="1381262" y="516161"/>
                </a:lnTo>
                <a:lnTo>
                  <a:pt x="1370941" y="561354"/>
                </a:lnTo>
                <a:lnTo>
                  <a:pt x="1359901" y="606268"/>
                </a:lnTo>
                <a:lnTo>
                  <a:pt x="1348149" y="650898"/>
                </a:lnTo>
                <a:lnTo>
                  <a:pt x="1335691" y="695237"/>
                </a:lnTo>
                <a:lnTo>
                  <a:pt x="1322534" y="739279"/>
                </a:lnTo>
                <a:lnTo>
                  <a:pt x="1308685" y="783018"/>
                </a:lnTo>
                <a:lnTo>
                  <a:pt x="1294149" y="826447"/>
                </a:lnTo>
                <a:lnTo>
                  <a:pt x="1278933" y="869559"/>
                </a:lnTo>
                <a:lnTo>
                  <a:pt x="1263044" y="912349"/>
                </a:lnTo>
                <a:lnTo>
                  <a:pt x="1246487" y="954810"/>
                </a:lnTo>
                <a:lnTo>
                  <a:pt x="1229269" y="996935"/>
                </a:lnTo>
                <a:lnTo>
                  <a:pt x="1211397" y="1038719"/>
                </a:lnTo>
                <a:lnTo>
                  <a:pt x="1192877" y="1080154"/>
                </a:lnTo>
                <a:lnTo>
                  <a:pt x="1173715" y="1121235"/>
                </a:lnTo>
                <a:lnTo>
                  <a:pt x="1153917" y="1161955"/>
                </a:lnTo>
                <a:lnTo>
                  <a:pt x="1133491" y="1202307"/>
                </a:lnTo>
                <a:lnTo>
                  <a:pt x="1112442" y="1242286"/>
                </a:lnTo>
                <a:lnTo>
                  <a:pt x="1090776" y="1281885"/>
                </a:lnTo>
                <a:lnTo>
                  <a:pt x="1068501" y="1321097"/>
                </a:lnTo>
                <a:lnTo>
                  <a:pt x="1045623" y="1359916"/>
                </a:lnTo>
                <a:lnTo>
                  <a:pt x="1022147" y="1398336"/>
                </a:lnTo>
                <a:lnTo>
                  <a:pt x="998081" y="1436351"/>
                </a:lnTo>
                <a:lnTo>
                  <a:pt x="973431" y="1473953"/>
                </a:lnTo>
                <a:lnTo>
                  <a:pt x="948202" y="1511137"/>
                </a:lnTo>
                <a:lnTo>
                  <a:pt x="922402" y="1547897"/>
                </a:lnTo>
                <a:lnTo>
                  <a:pt x="896037" y="1584225"/>
                </a:lnTo>
                <a:lnTo>
                  <a:pt x="869113" y="1620116"/>
                </a:lnTo>
                <a:lnTo>
                  <a:pt x="841637" y="1655563"/>
                </a:lnTo>
                <a:lnTo>
                  <a:pt x="813614" y="1690559"/>
                </a:lnTo>
                <a:lnTo>
                  <a:pt x="785052" y="1725099"/>
                </a:lnTo>
                <a:lnTo>
                  <a:pt x="755957" y="1759176"/>
                </a:lnTo>
                <a:lnTo>
                  <a:pt x="726335" y="1792783"/>
                </a:lnTo>
                <a:lnTo>
                  <a:pt x="696192" y="1825915"/>
                </a:lnTo>
                <a:lnTo>
                  <a:pt x="665535" y="1858564"/>
                </a:lnTo>
                <a:lnTo>
                  <a:pt x="634371" y="1890725"/>
                </a:lnTo>
                <a:lnTo>
                  <a:pt x="602705" y="1922391"/>
                </a:lnTo>
                <a:lnTo>
                  <a:pt x="570544" y="1953555"/>
                </a:lnTo>
                <a:lnTo>
                  <a:pt x="537895" y="1984212"/>
                </a:lnTo>
                <a:lnTo>
                  <a:pt x="504764" y="2014354"/>
                </a:lnTo>
                <a:lnTo>
                  <a:pt x="471156" y="2043976"/>
                </a:lnTo>
                <a:lnTo>
                  <a:pt x="437079" y="2073072"/>
                </a:lnTo>
                <a:lnTo>
                  <a:pt x="402540" y="2101634"/>
                </a:lnTo>
                <a:lnTo>
                  <a:pt x="367543" y="2129656"/>
                </a:lnTo>
                <a:lnTo>
                  <a:pt x="332096" y="2157132"/>
                </a:lnTo>
                <a:lnTo>
                  <a:pt x="296205" y="2184056"/>
                </a:lnTo>
                <a:lnTo>
                  <a:pt x="259877" y="2210422"/>
                </a:lnTo>
                <a:lnTo>
                  <a:pt x="223118" y="2236222"/>
                </a:lnTo>
                <a:lnTo>
                  <a:pt x="185934" y="2261450"/>
                </a:lnTo>
                <a:lnTo>
                  <a:pt x="148331" y="2286101"/>
                </a:lnTo>
                <a:lnTo>
                  <a:pt x="110317" y="2310167"/>
                </a:lnTo>
                <a:lnTo>
                  <a:pt x="71897" y="2333643"/>
                </a:lnTo>
                <a:lnTo>
                  <a:pt x="33077" y="2356521"/>
                </a:lnTo>
                <a:lnTo>
                  <a:pt x="0" y="237531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2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0075" y="3268784"/>
            <a:ext cx="2015771" cy="2015763"/>
          </a:xfrm>
          <a:prstGeom prst="rect">
            <a:avLst/>
          </a:prstGeom>
        </p:spPr>
      </p:pic>
      <p:pic>
        <p:nvPicPr>
          <p:cNvPr id="6146" name="Picture 2" descr="icône Login en PNG, ICO ou ICNS | Icônes vectorielles gratuite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408" y="1838010"/>
            <a:ext cx="4021992" cy="241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4" name="object 50"/>
          <p:cNvGrpSpPr/>
          <p:nvPr/>
        </p:nvGrpSpPr>
        <p:grpSpPr>
          <a:xfrm flipV="1">
            <a:off x="9061450" y="2835831"/>
            <a:ext cx="1207926" cy="1413876"/>
            <a:chOff x="3160376" y="2658127"/>
            <a:chExt cx="916305" cy="601980"/>
          </a:xfrm>
        </p:grpSpPr>
        <p:sp>
          <p:nvSpPr>
            <p:cNvPr id="85" name="object 51"/>
            <p:cNvSpPr/>
            <p:nvPr/>
          </p:nvSpPr>
          <p:spPr>
            <a:xfrm>
              <a:off x="3188951" y="2774539"/>
              <a:ext cx="737870" cy="457200"/>
            </a:xfrm>
            <a:custGeom>
              <a:avLst/>
              <a:gdLst/>
              <a:ahLst/>
              <a:cxnLst/>
              <a:rect l="l" t="t" r="r" b="b"/>
              <a:pathLst>
                <a:path w="737870" h="457200">
                  <a:moveTo>
                    <a:pt x="737550" y="0"/>
                  </a:moveTo>
                  <a:lnTo>
                    <a:pt x="0" y="456599"/>
                  </a:lnTo>
                </a:path>
              </a:pathLst>
            </a:custGeom>
            <a:ln w="57108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7087" y="2658127"/>
              <a:ext cx="199095" cy="202821"/>
            </a:xfrm>
            <a:prstGeom prst="rect">
              <a:avLst/>
            </a:prstGeom>
          </p:spPr>
        </p:pic>
      </p:grpSp>
      <p:sp>
        <p:nvSpPr>
          <p:cNvPr id="87" name="Rectangle 86"/>
          <p:cNvSpPr/>
          <p:nvPr/>
        </p:nvSpPr>
        <p:spPr>
          <a:xfrm>
            <a:off x="9327831" y="6546516"/>
            <a:ext cx="68076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spc="-130" dirty="0">
                <a:latin typeface="Tahoma"/>
                <a:cs typeface="Tahoma"/>
              </a:rPr>
              <a:t>Rapport de présence de </a:t>
            </a:r>
            <a:r>
              <a:rPr lang="fr-FR" sz="4000" b="1" spc="-130" dirty="0" smtClean="0">
                <a:latin typeface="Tahoma"/>
                <a:cs typeface="Tahoma"/>
              </a:rPr>
              <a:t>l’étudiant qui a fait le login</a:t>
            </a:r>
            <a:endParaRPr lang="en-US" sz="4000" b="1" dirty="0"/>
          </a:p>
        </p:txBody>
      </p:sp>
      <p:pic>
        <p:nvPicPr>
          <p:cNvPr id="89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 rot="10800000">
            <a:off x="-41095" y="6401110"/>
            <a:ext cx="4252711" cy="3885973"/>
          </a:xfrm>
          <a:prstGeom prst="rect">
            <a:avLst/>
          </a:prstGeom>
        </p:spPr>
      </p:pic>
      <p:sp>
        <p:nvSpPr>
          <p:cNvPr id="90" name="object 27"/>
          <p:cNvSpPr/>
          <p:nvPr/>
        </p:nvSpPr>
        <p:spPr>
          <a:xfrm>
            <a:off x="2412124" y="9334500"/>
            <a:ext cx="14269085" cy="0"/>
          </a:xfrm>
          <a:custGeom>
            <a:avLst/>
            <a:gdLst/>
            <a:ahLst/>
            <a:cxnLst/>
            <a:rect l="l" t="t" r="r" b="b"/>
            <a:pathLst>
              <a:path w="14269085">
                <a:moveTo>
                  <a:pt x="0" y="0"/>
                </a:moveTo>
                <a:lnTo>
                  <a:pt x="14268492" y="0"/>
                </a:lnTo>
              </a:path>
            </a:pathLst>
          </a:custGeom>
          <a:ln w="47624">
            <a:solidFill>
              <a:srgbClr val="AC7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9490" y="0"/>
            <a:ext cx="17288510" cy="10287000"/>
            <a:chOff x="997843" y="92"/>
            <a:chExt cx="17288510" cy="10287000"/>
          </a:xfrm>
        </p:grpSpPr>
        <p:sp>
          <p:nvSpPr>
            <p:cNvPr id="3" name="object 3"/>
            <p:cNvSpPr/>
            <p:nvPr/>
          </p:nvSpPr>
          <p:spPr>
            <a:xfrm>
              <a:off x="14352318" y="92"/>
              <a:ext cx="3933825" cy="10287000"/>
            </a:xfrm>
            <a:custGeom>
              <a:avLst/>
              <a:gdLst/>
              <a:ahLst/>
              <a:cxnLst/>
              <a:rect l="l" t="t" r="r" b="b"/>
              <a:pathLst>
                <a:path w="3933825" h="10287000">
                  <a:moveTo>
                    <a:pt x="3933824" y="10286816"/>
                  </a:moveTo>
                  <a:lnTo>
                    <a:pt x="0" y="10286816"/>
                  </a:lnTo>
                  <a:lnTo>
                    <a:pt x="0" y="0"/>
                  </a:lnTo>
                  <a:lnTo>
                    <a:pt x="3933824" y="0"/>
                  </a:lnTo>
                  <a:lnTo>
                    <a:pt x="3933824" y="1028681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97843" y="9282113"/>
              <a:ext cx="16182975" cy="0"/>
            </a:xfrm>
            <a:custGeom>
              <a:avLst/>
              <a:gdLst/>
              <a:ahLst/>
              <a:cxnLst/>
              <a:rect l="l" t="t" r="r" b="b"/>
              <a:pathLst>
                <a:path w="16182975">
                  <a:moveTo>
                    <a:pt x="0" y="0"/>
                  </a:moveTo>
                  <a:lnTo>
                    <a:pt x="16182973" y="0"/>
                  </a:lnTo>
                </a:path>
              </a:pathLst>
            </a:custGeom>
            <a:ln w="47624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55577" y="2271081"/>
              <a:ext cx="5629275" cy="5629275"/>
            </a:xfrm>
            <a:custGeom>
              <a:avLst/>
              <a:gdLst/>
              <a:ahLst/>
              <a:cxnLst/>
              <a:rect l="l" t="t" r="r" b="b"/>
              <a:pathLst>
                <a:path w="5629275" h="5629275">
                  <a:moveTo>
                    <a:pt x="2814637" y="5629274"/>
                  </a:moveTo>
                  <a:lnTo>
                    <a:pt x="2766156" y="5628865"/>
                  </a:lnTo>
                  <a:lnTo>
                    <a:pt x="2717874" y="5627642"/>
                  </a:lnTo>
                  <a:lnTo>
                    <a:pt x="2669796" y="5625611"/>
                  </a:lnTo>
                  <a:lnTo>
                    <a:pt x="2621929" y="5622780"/>
                  </a:lnTo>
                  <a:lnTo>
                    <a:pt x="2574281" y="5619155"/>
                  </a:lnTo>
                  <a:lnTo>
                    <a:pt x="2526856" y="5614742"/>
                  </a:lnTo>
                  <a:lnTo>
                    <a:pt x="2479663" y="5609548"/>
                  </a:lnTo>
                  <a:lnTo>
                    <a:pt x="2432707" y="5603579"/>
                  </a:lnTo>
                  <a:lnTo>
                    <a:pt x="2385995" y="5596843"/>
                  </a:lnTo>
                  <a:lnTo>
                    <a:pt x="2339534" y="5589345"/>
                  </a:lnTo>
                  <a:lnTo>
                    <a:pt x="2293330" y="5581092"/>
                  </a:lnTo>
                  <a:lnTo>
                    <a:pt x="2247389" y="5572090"/>
                  </a:lnTo>
                  <a:lnTo>
                    <a:pt x="2201719" y="5562347"/>
                  </a:lnTo>
                  <a:lnTo>
                    <a:pt x="2156325" y="5551869"/>
                  </a:lnTo>
                  <a:lnTo>
                    <a:pt x="2111215" y="5540662"/>
                  </a:lnTo>
                  <a:lnTo>
                    <a:pt x="2066395" y="5528732"/>
                  </a:lnTo>
                  <a:lnTo>
                    <a:pt x="2021871" y="5516087"/>
                  </a:lnTo>
                  <a:lnTo>
                    <a:pt x="1977650" y="5502733"/>
                  </a:lnTo>
                  <a:lnTo>
                    <a:pt x="1933738" y="5488677"/>
                  </a:lnTo>
                  <a:lnTo>
                    <a:pt x="1890143" y="5473924"/>
                  </a:lnTo>
                  <a:lnTo>
                    <a:pt x="1846870" y="5458482"/>
                  </a:lnTo>
                  <a:lnTo>
                    <a:pt x="1803926" y="5442358"/>
                  </a:lnTo>
                  <a:lnTo>
                    <a:pt x="1761318" y="5425556"/>
                  </a:lnTo>
                  <a:lnTo>
                    <a:pt x="1719053" y="5408086"/>
                  </a:lnTo>
                  <a:lnTo>
                    <a:pt x="1677136" y="5389952"/>
                  </a:lnTo>
                  <a:lnTo>
                    <a:pt x="1635575" y="5371161"/>
                  </a:lnTo>
                  <a:lnTo>
                    <a:pt x="1594375" y="5351720"/>
                  </a:lnTo>
                  <a:lnTo>
                    <a:pt x="1553544" y="5331636"/>
                  </a:lnTo>
                  <a:lnTo>
                    <a:pt x="1513088" y="5310914"/>
                  </a:lnTo>
                  <a:lnTo>
                    <a:pt x="1473013" y="5289562"/>
                  </a:lnTo>
                  <a:lnTo>
                    <a:pt x="1433327" y="5267586"/>
                  </a:lnTo>
                  <a:lnTo>
                    <a:pt x="1394035" y="5244993"/>
                  </a:lnTo>
                  <a:lnTo>
                    <a:pt x="1355145" y="5221789"/>
                  </a:lnTo>
                  <a:lnTo>
                    <a:pt x="1316662" y="5197981"/>
                  </a:lnTo>
                  <a:lnTo>
                    <a:pt x="1278594" y="5173575"/>
                  </a:lnTo>
                  <a:lnTo>
                    <a:pt x="1240946" y="5148578"/>
                  </a:lnTo>
                  <a:lnTo>
                    <a:pt x="1203726" y="5122996"/>
                  </a:lnTo>
                  <a:lnTo>
                    <a:pt x="1166940" y="5096836"/>
                  </a:lnTo>
                  <a:lnTo>
                    <a:pt x="1130594" y="5070105"/>
                  </a:lnTo>
                  <a:lnTo>
                    <a:pt x="1094696" y="5042809"/>
                  </a:lnTo>
                  <a:lnTo>
                    <a:pt x="1059251" y="5014954"/>
                  </a:lnTo>
                  <a:lnTo>
                    <a:pt x="1024266" y="4986548"/>
                  </a:lnTo>
                  <a:lnTo>
                    <a:pt x="989748" y="4957596"/>
                  </a:lnTo>
                  <a:lnTo>
                    <a:pt x="955703" y="4928105"/>
                  </a:lnTo>
                  <a:lnTo>
                    <a:pt x="922138" y="4898082"/>
                  </a:lnTo>
                  <a:lnTo>
                    <a:pt x="889060" y="4867534"/>
                  </a:lnTo>
                  <a:lnTo>
                    <a:pt x="856474" y="4836466"/>
                  </a:lnTo>
                  <a:lnTo>
                    <a:pt x="824388" y="4804886"/>
                  </a:lnTo>
                  <a:lnTo>
                    <a:pt x="792807" y="4772799"/>
                  </a:lnTo>
                  <a:lnTo>
                    <a:pt x="761740" y="4740214"/>
                  </a:lnTo>
                  <a:lnTo>
                    <a:pt x="731191" y="4707135"/>
                  </a:lnTo>
                  <a:lnTo>
                    <a:pt x="701168" y="4673570"/>
                  </a:lnTo>
                  <a:lnTo>
                    <a:pt x="671678" y="4639525"/>
                  </a:lnTo>
                  <a:lnTo>
                    <a:pt x="642726" y="4605007"/>
                  </a:lnTo>
                  <a:lnTo>
                    <a:pt x="614319" y="4570022"/>
                  </a:lnTo>
                  <a:lnTo>
                    <a:pt x="586464" y="4534578"/>
                  </a:lnTo>
                  <a:lnTo>
                    <a:pt x="559168" y="4498679"/>
                  </a:lnTo>
                  <a:lnTo>
                    <a:pt x="532437" y="4462333"/>
                  </a:lnTo>
                  <a:lnTo>
                    <a:pt x="506277" y="4425547"/>
                  </a:lnTo>
                  <a:lnTo>
                    <a:pt x="480695" y="4388327"/>
                  </a:lnTo>
                  <a:lnTo>
                    <a:pt x="455698" y="4350680"/>
                  </a:lnTo>
                  <a:lnTo>
                    <a:pt x="431292" y="4312611"/>
                  </a:lnTo>
                  <a:lnTo>
                    <a:pt x="407484" y="4274128"/>
                  </a:lnTo>
                  <a:lnTo>
                    <a:pt x="384280" y="4235238"/>
                  </a:lnTo>
                  <a:lnTo>
                    <a:pt x="361687" y="4195946"/>
                  </a:lnTo>
                  <a:lnTo>
                    <a:pt x="339711" y="4156260"/>
                  </a:lnTo>
                  <a:lnTo>
                    <a:pt x="318359" y="4116185"/>
                  </a:lnTo>
                  <a:lnTo>
                    <a:pt x="297638" y="4075729"/>
                  </a:lnTo>
                  <a:lnTo>
                    <a:pt x="277553" y="4034898"/>
                  </a:lnTo>
                  <a:lnTo>
                    <a:pt x="258112" y="3993699"/>
                  </a:lnTo>
                  <a:lnTo>
                    <a:pt x="239322" y="3952137"/>
                  </a:lnTo>
                  <a:lnTo>
                    <a:pt x="221188" y="3910220"/>
                  </a:lnTo>
                  <a:lnTo>
                    <a:pt x="203717" y="3867955"/>
                  </a:lnTo>
                  <a:lnTo>
                    <a:pt x="186916" y="3825347"/>
                  </a:lnTo>
                  <a:lnTo>
                    <a:pt x="170791" y="3782403"/>
                  </a:lnTo>
                  <a:lnTo>
                    <a:pt x="155349" y="3739131"/>
                  </a:lnTo>
                  <a:lnTo>
                    <a:pt x="140597" y="3695535"/>
                  </a:lnTo>
                  <a:lnTo>
                    <a:pt x="126540" y="3651624"/>
                  </a:lnTo>
                  <a:lnTo>
                    <a:pt x="113186" y="3607403"/>
                  </a:lnTo>
                  <a:lnTo>
                    <a:pt x="100541" y="3562879"/>
                  </a:lnTo>
                  <a:lnTo>
                    <a:pt x="88612" y="3518058"/>
                  </a:lnTo>
                  <a:lnTo>
                    <a:pt x="77405" y="3472948"/>
                  </a:lnTo>
                  <a:lnTo>
                    <a:pt x="66926" y="3427555"/>
                  </a:lnTo>
                  <a:lnTo>
                    <a:pt x="57183" y="3381884"/>
                  </a:lnTo>
                  <a:lnTo>
                    <a:pt x="48182" y="3335944"/>
                  </a:lnTo>
                  <a:lnTo>
                    <a:pt x="39929" y="3289739"/>
                  </a:lnTo>
                  <a:lnTo>
                    <a:pt x="32430" y="3243278"/>
                  </a:lnTo>
                  <a:lnTo>
                    <a:pt x="25694" y="3196566"/>
                  </a:lnTo>
                  <a:lnTo>
                    <a:pt x="19725" y="3149610"/>
                  </a:lnTo>
                  <a:lnTo>
                    <a:pt x="14531" y="3102417"/>
                  </a:lnTo>
                  <a:lnTo>
                    <a:pt x="10118" y="3054993"/>
                  </a:lnTo>
                  <a:lnTo>
                    <a:pt x="6493" y="3007344"/>
                  </a:lnTo>
                  <a:lnTo>
                    <a:pt x="3662" y="2959477"/>
                  </a:lnTo>
                  <a:lnTo>
                    <a:pt x="1632" y="2911400"/>
                  </a:lnTo>
                  <a:lnTo>
                    <a:pt x="409" y="2863117"/>
                  </a:lnTo>
                  <a:lnTo>
                    <a:pt x="0" y="2814637"/>
                  </a:lnTo>
                  <a:lnTo>
                    <a:pt x="409" y="2766156"/>
                  </a:lnTo>
                  <a:lnTo>
                    <a:pt x="1632" y="2717874"/>
                  </a:lnTo>
                  <a:lnTo>
                    <a:pt x="3662" y="2669796"/>
                  </a:lnTo>
                  <a:lnTo>
                    <a:pt x="6493" y="2621929"/>
                  </a:lnTo>
                  <a:lnTo>
                    <a:pt x="10118" y="2574281"/>
                  </a:lnTo>
                  <a:lnTo>
                    <a:pt x="14531" y="2526856"/>
                  </a:lnTo>
                  <a:lnTo>
                    <a:pt x="19725" y="2479663"/>
                  </a:lnTo>
                  <a:lnTo>
                    <a:pt x="25694" y="2432707"/>
                  </a:lnTo>
                  <a:lnTo>
                    <a:pt x="32430" y="2385995"/>
                  </a:lnTo>
                  <a:lnTo>
                    <a:pt x="39929" y="2339534"/>
                  </a:lnTo>
                  <a:lnTo>
                    <a:pt x="48182" y="2293330"/>
                  </a:lnTo>
                  <a:lnTo>
                    <a:pt x="57183" y="2247389"/>
                  </a:lnTo>
                  <a:lnTo>
                    <a:pt x="66926" y="2201719"/>
                  </a:lnTo>
                  <a:lnTo>
                    <a:pt x="77405" y="2156325"/>
                  </a:lnTo>
                  <a:lnTo>
                    <a:pt x="88612" y="2111215"/>
                  </a:lnTo>
                  <a:lnTo>
                    <a:pt x="100541" y="2066395"/>
                  </a:lnTo>
                  <a:lnTo>
                    <a:pt x="113186" y="2021871"/>
                  </a:lnTo>
                  <a:lnTo>
                    <a:pt x="126540" y="1977650"/>
                  </a:lnTo>
                  <a:lnTo>
                    <a:pt x="140597" y="1933738"/>
                  </a:lnTo>
                  <a:lnTo>
                    <a:pt x="155349" y="1890143"/>
                  </a:lnTo>
                  <a:lnTo>
                    <a:pt x="170791" y="1846870"/>
                  </a:lnTo>
                  <a:lnTo>
                    <a:pt x="186916" y="1803926"/>
                  </a:lnTo>
                  <a:lnTo>
                    <a:pt x="203717" y="1761318"/>
                  </a:lnTo>
                  <a:lnTo>
                    <a:pt x="221188" y="1719053"/>
                  </a:lnTo>
                  <a:lnTo>
                    <a:pt x="239322" y="1677136"/>
                  </a:lnTo>
                  <a:lnTo>
                    <a:pt x="258112" y="1635575"/>
                  </a:lnTo>
                  <a:lnTo>
                    <a:pt x="277553" y="1594375"/>
                  </a:lnTo>
                  <a:lnTo>
                    <a:pt x="297638" y="1553544"/>
                  </a:lnTo>
                  <a:lnTo>
                    <a:pt x="318359" y="1513088"/>
                  </a:lnTo>
                  <a:lnTo>
                    <a:pt x="339711" y="1473013"/>
                  </a:lnTo>
                  <a:lnTo>
                    <a:pt x="361687" y="1433327"/>
                  </a:lnTo>
                  <a:lnTo>
                    <a:pt x="384280" y="1394035"/>
                  </a:lnTo>
                  <a:lnTo>
                    <a:pt x="407484" y="1355145"/>
                  </a:lnTo>
                  <a:lnTo>
                    <a:pt x="431292" y="1316662"/>
                  </a:lnTo>
                  <a:lnTo>
                    <a:pt x="455698" y="1278594"/>
                  </a:lnTo>
                  <a:lnTo>
                    <a:pt x="480695" y="1240946"/>
                  </a:lnTo>
                  <a:lnTo>
                    <a:pt x="506277" y="1203726"/>
                  </a:lnTo>
                  <a:lnTo>
                    <a:pt x="532437" y="1166940"/>
                  </a:lnTo>
                  <a:lnTo>
                    <a:pt x="559168" y="1130594"/>
                  </a:lnTo>
                  <a:lnTo>
                    <a:pt x="586464" y="1094696"/>
                  </a:lnTo>
                  <a:lnTo>
                    <a:pt x="614319" y="1059251"/>
                  </a:lnTo>
                  <a:lnTo>
                    <a:pt x="642726" y="1024266"/>
                  </a:lnTo>
                  <a:lnTo>
                    <a:pt x="671678" y="989748"/>
                  </a:lnTo>
                  <a:lnTo>
                    <a:pt x="701168" y="955703"/>
                  </a:lnTo>
                  <a:lnTo>
                    <a:pt x="731191" y="922138"/>
                  </a:lnTo>
                  <a:lnTo>
                    <a:pt x="761740" y="889060"/>
                  </a:lnTo>
                  <a:lnTo>
                    <a:pt x="792807" y="856474"/>
                  </a:lnTo>
                  <a:lnTo>
                    <a:pt x="824388" y="824388"/>
                  </a:lnTo>
                  <a:lnTo>
                    <a:pt x="856474" y="792807"/>
                  </a:lnTo>
                  <a:lnTo>
                    <a:pt x="889060" y="761740"/>
                  </a:lnTo>
                  <a:lnTo>
                    <a:pt x="922138" y="731191"/>
                  </a:lnTo>
                  <a:lnTo>
                    <a:pt x="955703" y="701168"/>
                  </a:lnTo>
                  <a:lnTo>
                    <a:pt x="989748" y="671678"/>
                  </a:lnTo>
                  <a:lnTo>
                    <a:pt x="1024266" y="642726"/>
                  </a:lnTo>
                  <a:lnTo>
                    <a:pt x="1059251" y="614319"/>
                  </a:lnTo>
                  <a:lnTo>
                    <a:pt x="1094696" y="586464"/>
                  </a:lnTo>
                  <a:lnTo>
                    <a:pt x="1130594" y="559168"/>
                  </a:lnTo>
                  <a:lnTo>
                    <a:pt x="1166940" y="532437"/>
                  </a:lnTo>
                  <a:lnTo>
                    <a:pt x="1203726" y="506277"/>
                  </a:lnTo>
                  <a:lnTo>
                    <a:pt x="1240946" y="480695"/>
                  </a:lnTo>
                  <a:lnTo>
                    <a:pt x="1278594" y="455698"/>
                  </a:lnTo>
                  <a:lnTo>
                    <a:pt x="1316662" y="431292"/>
                  </a:lnTo>
                  <a:lnTo>
                    <a:pt x="1355145" y="407484"/>
                  </a:lnTo>
                  <a:lnTo>
                    <a:pt x="1394035" y="384280"/>
                  </a:lnTo>
                  <a:lnTo>
                    <a:pt x="1433327" y="361687"/>
                  </a:lnTo>
                  <a:lnTo>
                    <a:pt x="1473013" y="339711"/>
                  </a:lnTo>
                  <a:lnTo>
                    <a:pt x="1513088" y="318359"/>
                  </a:lnTo>
                  <a:lnTo>
                    <a:pt x="1553544" y="297638"/>
                  </a:lnTo>
                  <a:lnTo>
                    <a:pt x="1594375" y="277553"/>
                  </a:lnTo>
                  <a:lnTo>
                    <a:pt x="1635575" y="258112"/>
                  </a:lnTo>
                  <a:lnTo>
                    <a:pt x="1677136" y="239322"/>
                  </a:lnTo>
                  <a:lnTo>
                    <a:pt x="1719053" y="221188"/>
                  </a:lnTo>
                  <a:lnTo>
                    <a:pt x="1761318" y="203717"/>
                  </a:lnTo>
                  <a:lnTo>
                    <a:pt x="1803926" y="186916"/>
                  </a:lnTo>
                  <a:lnTo>
                    <a:pt x="1846870" y="170791"/>
                  </a:lnTo>
                  <a:lnTo>
                    <a:pt x="1890143" y="155349"/>
                  </a:lnTo>
                  <a:lnTo>
                    <a:pt x="1933738" y="140597"/>
                  </a:lnTo>
                  <a:lnTo>
                    <a:pt x="1977650" y="126540"/>
                  </a:lnTo>
                  <a:lnTo>
                    <a:pt x="2021871" y="113186"/>
                  </a:lnTo>
                  <a:lnTo>
                    <a:pt x="2066395" y="100541"/>
                  </a:lnTo>
                  <a:lnTo>
                    <a:pt x="2111215" y="88612"/>
                  </a:lnTo>
                  <a:lnTo>
                    <a:pt x="2156325" y="77405"/>
                  </a:lnTo>
                  <a:lnTo>
                    <a:pt x="2201719" y="66926"/>
                  </a:lnTo>
                  <a:lnTo>
                    <a:pt x="2247389" y="57183"/>
                  </a:lnTo>
                  <a:lnTo>
                    <a:pt x="2293330" y="48182"/>
                  </a:lnTo>
                  <a:lnTo>
                    <a:pt x="2339534" y="39929"/>
                  </a:lnTo>
                  <a:lnTo>
                    <a:pt x="2385995" y="32430"/>
                  </a:lnTo>
                  <a:lnTo>
                    <a:pt x="2432707" y="25694"/>
                  </a:lnTo>
                  <a:lnTo>
                    <a:pt x="2479663" y="19725"/>
                  </a:lnTo>
                  <a:lnTo>
                    <a:pt x="2526856" y="14531"/>
                  </a:lnTo>
                  <a:lnTo>
                    <a:pt x="2574281" y="10118"/>
                  </a:lnTo>
                  <a:lnTo>
                    <a:pt x="2621929" y="6493"/>
                  </a:lnTo>
                  <a:lnTo>
                    <a:pt x="2669796" y="3662"/>
                  </a:lnTo>
                  <a:lnTo>
                    <a:pt x="2717874" y="1632"/>
                  </a:lnTo>
                  <a:lnTo>
                    <a:pt x="2766156" y="409"/>
                  </a:lnTo>
                  <a:lnTo>
                    <a:pt x="2814637" y="0"/>
                  </a:lnTo>
                  <a:lnTo>
                    <a:pt x="2863117" y="409"/>
                  </a:lnTo>
                  <a:lnTo>
                    <a:pt x="2911400" y="1632"/>
                  </a:lnTo>
                  <a:lnTo>
                    <a:pt x="2959477" y="3662"/>
                  </a:lnTo>
                  <a:lnTo>
                    <a:pt x="3007344" y="6493"/>
                  </a:lnTo>
                  <a:lnTo>
                    <a:pt x="3054993" y="10118"/>
                  </a:lnTo>
                  <a:lnTo>
                    <a:pt x="3102417" y="14531"/>
                  </a:lnTo>
                  <a:lnTo>
                    <a:pt x="3149610" y="19725"/>
                  </a:lnTo>
                  <a:lnTo>
                    <a:pt x="3196566" y="25694"/>
                  </a:lnTo>
                  <a:lnTo>
                    <a:pt x="3243278" y="32430"/>
                  </a:lnTo>
                  <a:lnTo>
                    <a:pt x="3289739" y="39929"/>
                  </a:lnTo>
                  <a:lnTo>
                    <a:pt x="3335944" y="48182"/>
                  </a:lnTo>
                  <a:lnTo>
                    <a:pt x="3381884" y="57183"/>
                  </a:lnTo>
                  <a:lnTo>
                    <a:pt x="3427555" y="66926"/>
                  </a:lnTo>
                  <a:lnTo>
                    <a:pt x="3472948" y="77405"/>
                  </a:lnTo>
                  <a:lnTo>
                    <a:pt x="3518058" y="88612"/>
                  </a:lnTo>
                  <a:lnTo>
                    <a:pt x="3562879" y="100541"/>
                  </a:lnTo>
                  <a:lnTo>
                    <a:pt x="3607403" y="113186"/>
                  </a:lnTo>
                  <a:lnTo>
                    <a:pt x="3651624" y="126540"/>
                  </a:lnTo>
                  <a:lnTo>
                    <a:pt x="3695535" y="140597"/>
                  </a:lnTo>
                  <a:lnTo>
                    <a:pt x="3739131" y="155349"/>
                  </a:lnTo>
                  <a:lnTo>
                    <a:pt x="3782403" y="170791"/>
                  </a:lnTo>
                  <a:lnTo>
                    <a:pt x="3825347" y="186916"/>
                  </a:lnTo>
                  <a:lnTo>
                    <a:pt x="3867955" y="203717"/>
                  </a:lnTo>
                  <a:lnTo>
                    <a:pt x="3910220" y="221188"/>
                  </a:lnTo>
                  <a:lnTo>
                    <a:pt x="3952137" y="239322"/>
                  </a:lnTo>
                  <a:lnTo>
                    <a:pt x="3993699" y="258112"/>
                  </a:lnTo>
                  <a:lnTo>
                    <a:pt x="4034898" y="277553"/>
                  </a:lnTo>
                  <a:lnTo>
                    <a:pt x="4075729" y="297638"/>
                  </a:lnTo>
                  <a:lnTo>
                    <a:pt x="4116185" y="318359"/>
                  </a:lnTo>
                  <a:lnTo>
                    <a:pt x="4156260" y="339711"/>
                  </a:lnTo>
                  <a:lnTo>
                    <a:pt x="4195946" y="361687"/>
                  </a:lnTo>
                  <a:lnTo>
                    <a:pt x="4235238" y="384280"/>
                  </a:lnTo>
                  <a:lnTo>
                    <a:pt x="4274128" y="407484"/>
                  </a:lnTo>
                  <a:lnTo>
                    <a:pt x="4312611" y="431292"/>
                  </a:lnTo>
                  <a:lnTo>
                    <a:pt x="4350680" y="455698"/>
                  </a:lnTo>
                  <a:lnTo>
                    <a:pt x="4388327" y="480695"/>
                  </a:lnTo>
                  <a:lnTo>
                    <a:pt x="4425547" y="506277"/>
                  </a:lnTo>
                  <a:lnTo>
                    <a:pt x="4462333" y="532437"/>
                  </a:lnTo>
                  <a:lnTo>
                    <a:pt x="4498679" y="559168"/>
                  </a:lnTo>
                  <a:lnTo>
                    <a:pt x="4534578" y="586464"/>
                  </a:lnTo>
                  <a:lnTo>
                    <a:pt x="4570022" y="614319"/>
                  </a:lnTo>
                  <a:lnTo>
                    <a:pt x="4605007" y="642726"/>
                  </a:lnTo>
                  <a:lnTo>
                    <a:pt x="4639525" y="671678"/>
                  </a:lnTo>
                  <a:lnTo>
                    <a:pt x="4673570" y="701168"/>
                  </a:lnTo>
                  <a:lnTo>
                    <a:pt x="4707135" y="731191"/>
                  </a:lnTo>
                  <a:lnTo>
                    <a:pt x="4740214" y="761740"/>
                  </a:lnTo>
                  <a:lnTo>
                    <a:pt x="4772799" y="792807"/>
                  </a:lnTo>
                  <a:lnTo>
                    <a:pt x="4804886" y="824388"/>
                  </a:lnTo>
                  <a:lnTo>
                    <a:pt x="4836466" y="856474"/>
                  </a:lnTo>
                  <a:lnTo>
                    <a:pt x="4867534" y="889060"/>
                  </a:lnTo>
                  <a:lnTo>
                    <a:pt x="4898082" y="922138"/>
                  </a:lnTo>
                  <a:lnTo>
                    <a:pt x="4928105" y="955703"/>
                  </a:lnTo>
                  <a:lnTo>
                    <a:pt x="4957596" y="989748"/>
                  </a:lnTo>
                  <a:lnTo>
                    <a:pt x="4986548" y="1024266"/>
                  </a:lnTo>
                  <a:lnTo>
                    <a:pt x="5014954" y="1059251"/>
                  </a:lnTo>
                  <a:lnTo>
                    <a:pt x="5042809" y="1094696"/>
                  </a:lnTo>
                  <a:lnTo>
                    <a:pt x="5070105" y="1130594"/>
                  </a:lnTo>
                  <a:lnTo>
                    <a:pt x="5096836" y="1166940"/>
                  </a:lnTo>
                  <a:lnTo>
                    <a:pt x="5122996" y="1203726"/>
                  </a:lnTo>
                  <a:lnTo>
                    <a:pt x="5148578" y="1240946"/>
                  </a:lnTo>
                  <a:lnTo>
                    <a:pt x="5173575" y="1278594"/>
                  </a:lnTo>
                  <a:lnTo>
                    <a:pt x="5197981" y="1316662"/>
                  </a:lnTo>
                  <a:lnTo>
                    <a:pt x="5221789" y="1355145"/>
                  </a:lnTo>
                  <a:lnTo>
                    <a:pt x="5244993" y="1394035"/>
                  </a:lnTo>
                  <a:lnTo>
                    <a:pt x="5267586" y="1433327"/>
                  </a:lnTo>
                  <a:lnTo>
                    <a:pt x="5289562" y="1473013"/>
                  </a:lnTo>
                  <a:lnTo>
                    <a:pt x="5310914" y="1513088"/>
                  </a:lnTo>
                  <a:lnTo>
                    <a:pt x="5331636" y="1553544"/>
                  </a:lnTo>
                  <a:lnTo>
                    <a:pt x="5351720" y="1594375"/>
                  </a:lnTo>
                  <a:lnTo>
                    <a:pt x="5371161" y="1635575"/>
                  </a:lnTo>
                  <a:lnTo>
                    <a:pt x="5389952" y="1677136"/>
                  </a:lnTo>
                  <a:lnTo>
                    <a:pt x="5408086" y="1719053"/>
                  </a:lnTo>
                  <a:lnTo>
                    <a:pt x="5425556" y="1761318"/>
                  </a:lnTo>
                  <a:lnTo>
                    <a:pt x="5442358" y="1803926"/>
                  </a:lnTo>
                  <a:lnTo>
                    <a:pt x="5458482" y="1846870"/>
                  </a:lnTo>
                  <a:lnTo>
                    <a:pt x="5473924" y="1890143"/>
                  </a:lnTo>
                  <a:lnTo>
                    <a:pt x="5488677" y="1933738"/>
                  </a:lnTo>
                  <a:lnTo>
                    <a:pt x="5502733" y="1977650"/>
                  </a:lnTo>
                  <a:lnTo>
                    <a:pt x="5516087" y="2021871"/>
                  </a:lnTo>
                  <a:lnTo>
                    <a:pt x="5528732" y="2066395"/>
                  </a:lnTo>
                  <a:lnTo>
                    <a:pt x="5540662" y="2111215"/>
                  </a:lnTo>
                  <a:lnTo>
                    <a:pt x="5551869" y="2156325"/>
                  </a:lnTo>
                  <a:lnTo>
                    <a:pt x="5562347" y="2201719"/>
                  </a:lnTo>
                  <a:lnTo>
                    <a:pt x="5572090" y="2247389"/>
                  </a:lnTo>
                  <a:lnTo>
                    <a:pt x="5581092" y="2293330"/>
                  </a:lnTo>
                  <a:lnTo>
                    <a:pt x="5589345" y="2339534"/>
                  </a:lnTo>
                  <a:lnTo>
                    <a:pt x="5596843" y="2385995"/>
                  </a:lnTo>
                  <a:lnTo>
                    <a:pt x="5603579" y="2432707"/>
                  </a:lnTo>
                  <a:lnTo>
                    <a:pt x="5609548" y="2479663"/>
                  </a:lnTo>
                  <a:lnTo>
                    <a:pt x="5614742" y="2526856"/>
                  </a:lnTo>
                  <a:lnTo>
                    <a:pt x="5619155" y="2574281"/>
                  </a:lnTo>
                  <a:lnTo>
                    <a:pt x="5622780" y="2621929"/>
                  </a:lnTo>
                  <a:lnTo>
                    <a:pt x="5625611" y="2669796"/>
                  </a:lnTo>
                  <a:lnTo>
                    <a:pt x="5627642" y="2717874"/>
                  </a:lnTo>
                  <a:lnTo>
                    <a:pt x="5628865" y="2766156"/>
                  </a:lnTo>
                  <a:lnTo>
                    <a:pt x="5629274" y="2814637"/>
                  </a:lnTo>
                  <a:lnTo>
                    <a:pt x="5628865" y="2863117"/>
                  </a:lnTo>
                  <a:lnTo>
                    <a:pt x="5627642" y="2911400"/>
                  </a:lnTo>
                  <a:lnTo>
                    <a:pt x="5625611" y="2959477"/>
                  </a:lnTo>
                  <a:lnTo>
                    <a:pt x="5622780" y="3007344"/>
                  </a:lnTo>
                  <a:lnTo>
                    <a:pt x="5619155" y="3054993"/>
                  </a:lnTo>
                  <a:lnTo>
                    <a:pt x="5614742" y="3102417"/>
                  </a:lnTo>
                  <a:lnTo>
                    <a:pt x="5609548" y="3149610"/>
                  </a:lnTo>
                  <a:lnTo>
                    <a:pt x="5603579" y="3196566"/>
                  </a:lnTo>
                  <a:lnTo>
                    <a:pt x="5596843" y="3243278"/>
                  </a:lnTo>
                  <a:lnTo>
                    <a:pt x="5589345" y="3289739"/>
                  </a:lnTo>
                  <a:lnTo>
                    <a:pt x="5581092" y="3335944"/>
                  </a:lnTo>
                  <a:lnTo>
                    <a:pt x="5572090" y="3381884"/>
                  </a:lnTo>
                  <a:lnTo>
                    <a:pt x="5562347" y="3427555"/>
                  </a:lnTo>
                  <a:lnTo>
                    <a:pt x="5551869" y="3472948"/>
                  </a:lnTo>
                  <a:lnTo>
                    <a:pt x="5540662" y="3518058"/>
                  </a:lnTo>
                  <a:lnTo>
                    <a:pt x="5528732" y="3562879"/>
                  </a:lnTo>
                  <a:lnTo>
                    <a:pt x="5516087" y="3607403"/>
                  </a:lnTo>
                  <a:lnTo>
                    <a:pt x="5502733" y="3651624"/>
                  </a:lnTo>
                  <a:lnTo>
                    <a:pt x="5488677" y="3695535"/>
                  </a:lnTo>
                  <a:lnTo>
                    <a:pt x="5473924" y="3739131"/>
                  </a:lnTo>
                  <a:lnTo>
                    <a:pt x="5458482" y="3782403"/>
                  </a:lnTo>
                  <a:lnTo>
                    <a:pt x="5442358" y="3825347"/>
                  </a:lnTo>
                  <a:lnTo>
                    <a:pt x="5425556" y="3867955"/>
                  </a:lnTo>
                  <a:lnTo>
                    <a:pt x="5408086" y="3910220"/>
                  </a:lnTo>
                  <a:lnTo>
                    <a:pt x="5389952" y="3952137"/>
                  </a:lnTo>
                  <a:lnTo>
                    <a:pt x="5371161" y="3993699"/>
                  </a:lnTo>
                  <a:lnTo>
                    <a:pt x="5351720" y="4034898"/>
                  </a:lnTo>
                  <a:lnTo>
                    <a:pt x="5331636" y="4075729"/>
                  </a:lnTo>
                  <a:lnTo>
                    <a:pt x="5310914" y="4116185"/>
                  </a:lnTo>
                  <a:lnTo>
                    <a:pt x="5289562" y="4156260"/>
                  </a:lnTo>
                  <a:lnTo>
                    <a:pt x="5267586" y="4195946"/>
                  </a:lnTo>
                  <a:lnTo>
                    <a:pt x="5244993" y="4235238"/>
                  </a:lnTo>
                  <a:lnTo>
                    <a:pt x="5221789" y="4274128"/>
                  </a:lnTo>
                  <a:lnTo>
                    <a:pt x="5197981" y="4312611"/>
                  </a:lnTo>
                  <a:lnTo>
                    <a:pt x="5173575" y="4350680"/>
                  </a:lnTo>
                  <a:lnTo>
                    <a:pt x="5148578" y="4388327"/>
                  </a:lnTo>
                  <a:lnTo>
                    <a:pt x="5122996" y="4425547"/>
                  </a:lnTo>
                  <a:lnTo>
                    <a:pt x="5096836" y="4462333"/>
                  </a:lnTo>
                  <a:lnTo>
                    <a:pt x="5070105" y="4498679"/>
                  </a:lnTo>
                  <a:lnTo>
                    <a:pt x="5042809" y="4534578"/>
                  </a:lnTo>
                  <a:lnTo>
                    <a:pt x="5014954" y="4570022"/>
                  </a:lnTo>
                  <a:lnTo>
                    <a:pt x="4986548" y="4605007"/>
                  </a:lnTo>
                  <a:lnTo>
                    <a:pt x="4957596" y="4639525"/>
                  </a:lnTo>
                  <a:lnTo>
                    <a:pt x="4928105" y="4673570"/>
                  </a:lnTo>
                  <a:lnTo>
                    <a:pt x="4898082" y="4707135"/>
                  </a:lnTo>
                  <a:lnTo>
                    <a:pt x="4867534" y="4740214"/>
                  </a:lnTo>
                  <a:lnTo>
                    <a:pt x="4836466" y="4772799"/>
                  </a:lnTo>
                  <a:lnTo>
                    <a:pt x="4804886" y="4804886"/>
                  </a:lnTo>
                  <a:lnTo>
                    <a:pt x="4772799" y="4836466"/>
                  </a:lnTo>
                  <a:lnTo>
                    <a:pt x="4740214" y="4867534"/>
                  </a:lnTo>
                  <a:lnTo>
                    <a:pt x="4707135" y="4898082"/>
                  </a:lnTo>
                  <a:lnTo>
                    <a:pt x="4673570" y="4928105"/>
                  </a:lnTo>
                  <a:lnTo>
                    <a:pt x="4639525" y="4957596"/>
                  </a:lnTo>
                  <a:lnTo>
                    <a:pt x="4605007" y="4986548"/>
                  </a:lnTo>
                  <a:lnTo>
                    <a:pt x="4570022" y="5014954"/>
                  </a:lnTo>
                  <a:lnTo>
                    <a:pt x="4534578" y="5042809"/>
                  </a:lnTo>
                  <a:lnTo>
                    <a:pt x="4498679" y="5070105"/>
                  </a:lnTo>
                  <a:lnTo>
                    <a:pt x="4462333" y="5096836"/>
                  </a:lnTo>
                  <a:lnTo>
                    <a:pt x="4425547" y="5122996"/>
                  </a:lnTo>
                  <a:lnTo>
                    <a:pt x="4388327" y="5148578"/>
                  </a:lnTo>
                  <a:lnTo>
                    <a:pt x="4350680" y="5173575"/>
                  </a:lnTo>
                  <a:lnTo>
                    <a:pt x="4312611" y="5197981"/>
                  </a:lnTo>
                  <a:lnTo>
                    <a:pt x="4274128" y="5221789"/>
                  </a:lnTo>
                  <a:lnTo>
                    <a:pt x="4235238" y="5244993"/>
                  </a:lnTo>
                  <a:lnTo>
                    <a:pt x="4195946" y="5267586"/>
                  </a:lnTo>
                  <a:lnTo>
                    <a:pt x="4156260" y="5289562"/>
                  </a:lnTo>
                  <a:lnTo>
                    <a:pt x="4116185" y="5310914"/>
                  </a:lnTo>
                  <a:lnTo>
                    <a:pt x="4075729" y="5331636"/>
                  </a:lnTo>
                  <a:lnTo>
                    <a:pt x="4034898" y="5351720"/>
                  </a:lnTo>
                  <a:lnTo>
                    <a:pt x="3993699" y="5371161"/>
                  </a:lnTo>
                  <a:lnTo>
                    <a:pt x="3952137" y="5389952"/>
                  </a:lnTo>
                  <a:lnTo>
                    <a:pt x="3910220" y="5408086"/>
                  </a:lnTo>
                  <a:lnTo>
                    <a:pt x="3867955" y="5425556"/>
                  </a:lnTo>
                  <a:lnTo>
                    <a:pt x="3825347" y="5442358"/>
                  </a:lnTo>
                  <a:lnTo>
                    <a:pt x="3782403" y="5458482"/>
                  </a:lnTo>
                  <a:lnTo>
                    <a:pt x="3739131" y="5473924"/>
                  </a:lnTo>
                  <a:lnTo>
                    <a:pt x="3695535" y="5488677"/>
                  </a:lnTo>
                  <a:lnTo>
                    <a:pt x="3651624" y="5502733"/>
                  </a:lnTo>
                  <a:lnTo>
                    <a:pt x="3607403" y="5516087"/>
                  </a:lnTo>
                  <a:lnTo>
                    <a:pt x="3562879" y="5528732"/>
                  </a:lnTo>
                  <a:lnTo>
                    <a:pt x="3518058" y="5540662"/>
                  </a:lnTo>
                  <a:lnTo>
                    <a:pt x="3472948" y="5551869"/>
                  </a:lnTo>
                  <a:lnTo>
                    <a:pt x="3427555" y="5562347"/>
                  </a:lnTo>
                  <a:lnTo>
                    <a:pt x="3381884" y="5572090"/>
                  </a:lnTo>
                  <a:lnTo>
                    <a:pt x="3335944" y="5581092"/>
                  </a:lnTo>
                  <a:lnTo>
                    <a:pt x="3289739" y="5589345"/>
                  </a:lnTo>
                  <a:lnTo>
                    <a:pt x="3243278" y="5596843"/>
                  </a:lnTo>
                  <a:lnTo>
                    <a:pt x="3196566" y="5603579"/>
                  </a:lnTo>
                  <a:lnTo>
                    <a:pt x="3149610" y="5609548"/>
                  </a:lnTo>
                  <a:lnTo>
                    <a:pt x="3102417" y="5614742"/>
                  </a:lnTo>
                  <a:lnTo>
                    <a:pt x="3054993" y="5619155"/>
                  </a:lnTo>
                  <a:lnTo>
                    <a:pt x="3007344" y="5622780"/>
                  </a:lnTo>
                  <a:lnTo>
                    <a:pt x="2959477" y="5625611"/>
                  </a:lnTo>
                  <a:lnTo>
                    <a:pt x="2911400" y="5627642"/>
                  </a:lnTo>
                  <a:lnTo>
                    <a:pt x="2863117" y="5628865"/>
                  </a:lnTo>
                  <a:lnTo>
                    <a:pt x="2814637" y="5629274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01233" y="3072815"/>
              <a:ext cx="5158105" cy="4141470"/>
            </a:xfrm>
            <a:custGeom>
              <a:avLst/>
              <a:gdLst/>
              <a:ahLst/>
              <a:cxnLst/>
              <a:rect l="l" t="t" r="r" b="b"/>
              <a:pathLst>
                <a:path w="5158105" h="4141470">
                  <a:moveTo>
                    <a:pt x="5158029" y="3117875"/>
                  </a:moveTo>
                  <a:lnTo>
                    <a:pt x="0" y="3117875"/>
                  </a:lnTo>
                  <a:lnTo>
                    <a:pt x="0" y="3363455"/>
                  </a:lnTo>
                  <a:lnTo>
                    <a:pt x="4775" y="3410813"/>
                  </a:lnTo>
                  <a:lnTo>
                    <a:pt x="18478" y="3454933"/>
                  </a:lnTo>
                  <a:lnTo>
                    <a:pt x="40157" y="3494862"/>
                  </a:lnTo>
                  <a:lnTo>
                    <a:pt x="68859" y="3529647"/>
                  </a:lnTo>
                  <a:lnTo>
                    <a:pt x="103657" y="3558349"/>
                  </a:lnTo>
                  <a:lnTo>
                    <a:pt x="143586" y="3580028"/>
                  </a:lnTo>
                  <a:lnTo>
                    <a:pt x="187718" y="3593719"/>
                  </a:lnTo>
                  <a:lnTo>
                    <a:pt x="235102" y="3598494"/>
                  </a:lnTo>
                  <a:lnTo>
                    <a:pt x="1991283" y="3598494"/>
                  </a:lnTo>
                  <a:lnTo>
                    <a:pt x="1988400" y="3640188"/>
                  </a:lnTo>
                  <a:lnTo>
                    <a:pt x="1980755" y="3739921"/>
                  </a:lnTo>
                  <a:lnTo>
                    <a:pt x="1969820" y="3859720"/>
                  </a:lnTo>
                  <a:lnTo>
                    <a:pt x="1957070" y="3961587"/>
                  </a:lnTo>
                  <a:lnTo>
                    <a:pt x="1941423" y="4014190"/>
                  </a:lnTo>
                  <a:lnTo>
                    <a:pt x="1916531" y="4051655"/>
                  </a:lnTo>
                  <a:lnTo>
                    <a:pt x="1884807" y="4076776"/>
                  </a:lnTo>
                  <a:lnTo>
                    <a:pt x="1848650" y="4092346"/>
                  </a:lnTo>
                  <a:lnTo>
                    <a:pt x="1810448" y="4101160"/>
                  </a:lnTo>
                  <a:lnTo>
                    <a:pt x="1772589" y="4106011"/>
                  </a:lnTo>
                  <a:lnTo>
                    <a:pt x="1737499" y="4109694"/>
                  </a:lnTo>
                  <a:lnTo>
                    <a:pt x="1707540" y="4115003"/>
                  </a:lnTo>
                  <a:lnTo>
                    <a:pt x="1685137" y="4124718"/>
                  </a:lnTo>
                  <a:lnTo>
                    <a:pt x="1681759" y="4129544"/>
                  </a:lnTo>
                  <a:lnTo>
                    <a:pt x="1681848" y="4135031"/>
                  </a:lnTo>
                  <a:lnTo>
                    <a:pt x="1684883" y="4139527"/>
                  </a:lnTo>
                  <a:lnTo>
                    <a:pt x="1690395" y="4141381"/>
                  </a:lnTo>
                  <a:lnTo>
                    <a:pt x="3465880" y="4141381"/>
                  </a:lnTo>
                  <a:lnTo>
                    <a:pt x="3471392" y="4139527"/>
                  </a:lnTo>
                  <a:lnTo>
                    <a:pt x="3474428" y="4135031"/>
                  </a:lnTo>
                  <a:lnTo>
                    <a:pt x="3474516" y="4129544"/>
                  </a:lnTo>
                  <a:lnTo>
                    <a:pt x="3471138" y="4124718"/>
                  </a:lnTo>
                  <a:lnTo>
                    <a:pt x="3448735" y="4115003"/>
                  </a:lnTo>
                  <a:lnTo>
                    <a:pt x="3418776" y="4109694"/>
                  </a:lnTo>
                  <a:lnTo>
                    <a:pt x="3383686" y="4106011"/>
                  </a:lnTo>
                  <a:lnTo>
                    <a:pt x="3345827" y="4101160"/>
                  </a:lnTo>
                  <a:lnTo>
                    <a:pt x="3307626" y="4092346"/>
                  </a:lnTo>
                  <a:lnTo>
                    <a:pt x="3271456" y="4076776"/>
                  </a:lnTo>
                  <a:lnTo>
                    <a:pt x="3239744" y="4051655"/>
                  </a:lnTo>
                  <a:lnTo>
                    <a:pt x="3214852" y="4014190"/>
                  </a:lnTo>
                  <a:lnTo>
                    <a:pt x="3199206" y="3961587"/>
                  </a:lnTo>
                  <a:lnTo>
                    <a:pt x="3186455" y="3859720"/>
                  </a:lnTo>
                  <a:lnTo>
                    <a:pt x="3175520" y="3739921"/>
                  </a:lnTo>
                  <a:lnTo>
                    <a:pt x="3167875" y="3640188"/>
                  </a:lnTo>
                  <a:lnTo>
                    <a:pt x="3164992" y="3598494"/>
                  </a:lnTo>
                  <a:lnTo>
                    <a:pt x="4922926" y="3598494"/>
                  </a:lnTo>
                  <a:lnTo>
                    <a:pt x="4970310" y="3593719"/>
                  </a:lnTo>
                  <a:lnTo>
                    <a:pt x="5014442" y="3580028"/>
                  </a:lnTo>
                  <a:lnTo>
                    <a:pt x="5054371" y="3558349"/>
                  </a:lnTo>
                  <a:lnTo>
                    <a:pt x="5089169" y="3529647"/>
                  </a:lnTo>
                  <a:lnTo>
                    <a:pt x="5117871" y="3494862"/>
                  </a:lnTo>
                  <a:lnTo>
                    <a:pt x="5139550" y="3454933"/>
                  </a:lnTo>
                  <a:lnTo>
                    <a:pt x="5153253" y="3410813"/>
                  </a:lnTo>
                  <a:lnTo>
                    <a:pt x="5158029" y="3363455"/>
                  </a:lnTo>
                  <a:lnTo>
                    <a:pt x="5158029" y="3117875"/>
                  </a:lnTo>
                  <a:close/>
                </a:path>
                <a:path w="5158105" h="4141470">
                  <a:moveTo>
                    <a:pt x="5158029" y="235051"/>
                  </a:moveTo>
                  <a:lnTo>
                    <a:pt x="5153253" y="187680"/>
                  </a:lnTo>
                  <a:lnTo>
                    <a:pt x="5139550" y="143560"/>
                  </a:lnTo>
                  <a:lnTo>
                    <a:pt x="5117871" y="103632"/>
                  </a:lnTo>
                  <a:lnTo>
                    <a:pt x="5089169" y="68846"/>
                  </a:lnTo>
                  <a:lnTo>
                    <a:pt x="5054371" y="40144"/>
                  </a:lnTo>
                  <a:lnTo>
                    <a:pt x="5014442" y="18478"/>
                  </a:lnTo>
                  <a:lnTo>
                    <a:pt x="4970310" y="4775"/>
                  </a:lnTo>
                  <a:lnTo>
                    <a:pt x="4933454" y="1066"/>
                  </a:lnTo>
                  <a:lnTo>
                    <a:pt x="4933454" y="243814"/>
                  </a:lnTo>
                  <a:lnTo>
                    <a:pt x="4933454" y="2892475"/>
                  </a:lnTo>
                  <a:lnTo>
                    <a:pt x="217551" y="2892475"/>
                  </a:lnTo>
                  <a:lnTo>
                    <a:pt x="217551" y="243814"/>
                  </a:lnTo>
                  <a:lnTo>
                    <a:pt x="4933454" y="243814"/>
                  </a:lnTo>
                  <a:lnTo>
                    <a:pt x="4933454" y="1066"/>
                  </a:lnTo>
                  <a:lnTo>
                    <a:pt x="4922939" y="0"/>
                  </a:lnTo>
                  <a:lnTo>
                    <a:pt x="235102" y="0"/>
                  </a:lnTo>
                  <a:lnTo>
                    <a:pt x="187718" y="4775"/>
                  </a:lnTo>
                  <a:lnTo>
                    <a:pt x="143586" y="18478"/>
                  </a:lnTo>
                  <a:lnTo>
                    <a:pt x="103657" y="40144"/>
                  </a:lnTo>
                  <a:lnTo>
                    <a:pt x="68859" y="68846"/>
                  </a:lnTo>
                  <a:lnTo>
                    <a:pt x="40157" y="103632"/>
                  </a:lnTo>
                  <a:lnTo>
                    <a:pt x="18478" y="143560"/>
                  </a:lnTo>
                  <a:lnTo>
                    <a:pt x="4775" y="187680"/>
                  </a:lnTo>
                  <a:lnTo>
                    <a:pt x="0" y="235051"/>
                  </a:lnTo>
                  <a:lnTo>
                    <a:pt x="0" y="3116999"/>
                  </a:lnTo>
                  <a:lnTo>
                    <a:pt x="5158029" y="3116999"/>
                  </a:lnTo>
                  <a:lnTo>
                    <a:pt x="5158029" y="2892475"/>
                  </a:lnTo>
                  <a:lnTo>
                    <a:pt x="5158029" y="243814"/>
                  </a:lnTo>
                  <a:lnTo>
                    <a:pt x="5158029" y="235051"/>
                  </a:lnTo>
                  <a:close/>
                </a:path>
              </a:pathLst>
            </a:custGeom>
            <a:solidFill>
              <a:srgbClr val="1A2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18761" y="3316678"/>
              <a:ext cx="4715968" cy="2649223"/>
            </a:xfrm>
            <a:prstGeom prst="rect">
              <a:avLst/>
            </a:prstGeom>
          </p:spPr>
        </p:pic>
      </p:grpSp>
      <p:sp>
        <p:nvSpPr>
          <p:cNvPr id="8" name="Rectangle 7"/>
          <p:cNvSpPr/>
          <p:nvPr/>
        </p:nvSpPr>
        <p:spPr>
          <a:xfrm>
            <a:off x="2539939" y="3543300"/>
            <a:ext cx="714169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8000" b="1" dirty="0" smtClean="0">
                <a:solidFill>
                  <a:srgbClr val="24225C"/>
                </a:solidFill>
                <a:latin typeface="Assistant Bold Bold"/>
              </a:rPr>
              <a:t>5 - Réalisation</a:t>
            </a:r>
            <a:endParaRPr lang="en-US" sz="8000" b="1" dirty="0"/>
          </a:p>
        </p:txBody>
      </p:sp>
      <p:sp>
        <p:nvSpPr>
          <p:cNvPr id="9" name="object 28"/>
          <p:cNvSpPr/>
          <p:nvPr/>
        </p:nvSpPr>
        <p:spPr>
          <a:xfrm>
            <a:off x="0" y="0"/>
            <a:ext cx="1445895" cy="2375535"/>
          </a:xfrm>
          <a:custGeom>
            <a:avLst/>
            <a:gdLst/>
            <a:ahLst/>
            <a:cxnLst/>
            <a:rect l="l" t="t" r="r" b="b"/>
            <a:pathLst>
              <a:path w="1445895" h="2375535">
                <a:moveTo>
                  <a:pt x="0" y="2375311"/>
                </a:moveTo>
                <a:lnTo>
                  <a:pt x="0" y="0"/>
                </a:lnTo>
                <a:lnTo>
                  <a:pt x="1445630" y="0"/>
                </a:lnTo>
                <a:lnTo>
                  <a:pt x="1443567" y="50353"/>
                </a:lnTo>
                <a:lnTo>
                  <a:pt x="1440780" y="97974"/>
                </a:lnTo>
                <a:lnTo>
                  <a:pt x="1437210" y="145381"/>
                </a:lnTo>
                <a:lnTo>
                  <a:pt x="1432865" y="192567"/>
                </a:lnTo>
                <a:lnTo>
                  <a:pt x="1427750" y="239527"/>
                </a:lnTo>
                <a:lnTo>
                  <a:pt x="1421872" y="286253"/>
                </a:lnTo>
                <a:lnTo>
                  <a:pt x="1415238" y="332740"/>
                </a:lnTo>
                <a:lnTo>
                  <a:pt x="1407854" y="378980"/>
                </a:lnTo>
                <a:lnTo>
                  <a:pt x="1399725" y="424968"/>
                </a:lnTo>
                <a:lnTo>
                  <a:pt x="1390859" y="470697"/>
                </a:lnTo>
                <a:lnTo>
                  <a:pt x="1381262" y="516161"/>
                </a:lnTo>
                <a:lnTo>
                  <a:pt x="1370941" y="561354"/>
                </a:lnTo>
                <a:lnTo>
                  <a:pt x="1359901" y="606268"/>
                </a:lnTo>
                <a:lnTo>
                  <a:pt x="1348149" y="650898"/>
                </a:lnTo>
                <a:lnTo>
                  <a:pt x="1335691" y="695237"/>
                </a:lnTo>
                <a:lnTo>
                  <a:pt x="1322534" y="739279"/>
                </a:lnTo>
                <a:lnTo>
                  <a:pt x="1308685" y="783018"/>
                </a:lnTo>
                <a:lnTo>
                  <a:pt x="1294149" y="826447"/>
                </a:lnTo>
                <a:lnTo>
                  <a:pt x="1278933" y="869559"/>
                </a:lnTo>
                <a:lnTo>
                  <a:pt x="1263044" y="912349"/>
                </a:lnTo>
                <a:lnTo>
                  <a:pt x="1246487" y="954810"/>
                </a:lnTo>
                <a:lnTo>
                  <a:pt x="1229269" y="996935"/>
                </a:lnTo>
                <a:lnTo>
                  <a:pt x="1211397" y="1038719"/>
                </a:lnTo>
                <a:lnTo>
                  <a:pt x="1192877" y="1080154"/>
                </a:lnTo>
                <a:lnTo>
                  <a:pt x="1173715" y="1121235"/>
                </a:lnTo>
                <a:lnTo>
                  <a:pt x="1153917" y="1161955"/>
                </a:lnTo>
                <a:lnTo>
                  <a:pt x="1133491" y="1202307"/>
                </a:lnTo>
                <a:lnTo>
                  <a:pt x="1112442" y="1242286"/>
                </a:lnTo>
                <a:lnTo>
                  <a:pt x="1090776" y="1281885"/>
                </a:lnTo>
                <a:lnTo>
                  <a:pt x="1068501" y="1321097"/>
                </a:lnTo>
                <a:lnTo>
                  <a:pt x="1045623" y="1359916"/>
                </a:lnTo>
                <a:lnTo>
                  <a:pt x="1022147" y="1398336"/>
                </a:lnTo>
                <a:lnTo>
                  <a:pt x="998081" y="1436351"/>
                </a:lnTo>
                <a:lnTo>
                  <a:pt x="973431" y="1473953"/>
                </a:lnTo>
                <a:lnTo>
                  <a:pt x="948202" y="1511137"/>
                </a:lnTo>
                <a:lnTo>
                  <a:pt x="922402" y="1547897"/>
                </a:lnTo>
                <a:lnTo>
                  <a:pt x="896037" y="1584225"/>
                </a:lnTo>
                <a:lnTo>
                  <a:pt x="869113" y="1620116"/>
                </a:lnTo>
                <a:lnTo>
                  <a:pt x="841637" y="1655563"/>
                </a:lnTo>
                <a:lnTo>
                  <a:pt x="813614" y="1690559"/>
                </a:lnTo>
                <a:lnTo>
                  <a:pt x="785052" y="1725099"/>
                </a:lnTo>
                <a:lnTo>
                  <a:pt x="755957" y="1759176"/>
                </a:lnTo>
                <a:lnTo>
                  <a:pt x="726335" y="1792783"/>
                </a:lnTo>
                <a:lnTo>
                  <a:pt x="696192" y="1825915"/>
                </a:lnTo>
                <a:lnTo>
                  <a:pt x="665535" y="1858564"/>
                </a:lnTo>
                <a:lnTo>
                  <a:pt x="634371" y="1890725"/>
                </a:lnTo>
                <a:lnTo>
                  <a:pt x="602705" y="1922391"/>
                </a:lnTo>
                <a:lnTo>
                  <a:pt x="570544" y="1953555"/>
                </a:lnTo>
                <a:lnTo>
                  <a:pt x="537895" y="1984212"/>
                </a:lnTo>
                <a:lnTo>
                  <a:pt x="504764" y="2014354"/>
                </a:lnTo>
                <a:lnTo>
                  <a:pt x="471156" y="2043976"/>
                </a:lnTo>
                <a:lnTo>
                  <a:pt x="437079" y="2073072"/>
                </a:lnTo>
                <a:lnTo>
                  <a:pt x="402540" y="2101634"/>
                </a:lnTo>
                <a:lnTo>
                  <a:pt x="367543" y="2129656"/>
                </a:lnTo>
                <a:lnTo>
                  <a:pt x="332096" y="2157132"/>
                </a:lnTo>
                <a:lnTo>
                  <a:pt x="296205" y="2184056"/>
                </a:lnTo>
                <a:lnTo>
                  <a:pt x="259877" y="2210422"/>
                </a:lnTo>
                <a:lnTo>
                  <a:pt x="223118" y="2236222"/>
                </a:lnTo>
                <a:lnTo>
                  <a:pt x="185934" y="2261450"/>
                </a:lnTo>
                <a:lnTo>
                  <a:pt x="148331" y="2286101"/>
                </a:lnTo>
                <a:lnTo>
                  <a:pt x="110317" y="2310167"/>
                </a:lnTo>
                <a:lnTo>
                  <a:pt x="71897" y="2333643"/>
                </a:lnTo>
                <a:lnTo>
                  <a:pt x="33077" y="2356521"/>
                </a:lnTo>
                <a:lnTo>
                  <a:pt x="0" y="2375311"/>
                </a:lnTo>
                <a:close/>
              </a:path>
            </a:pathLst>
          </a:custGeom>
          <a:solidFill>
            <a:srgbClr val="B1866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303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 descr="blob:https://web.whatsapp.com/0a978663-b924-4ff4-9df4-1e5b084d91a0"/>
          <p:cNvSpPr>
            <a:spLocks noChangeAspect="1" noChangeArrowheads="1"/>
          </p:cNvSpPr>
          <p:nvPr/>
        </p:nvSpPr>
        <p:spPr bwMode="auto">
          <a:xfrm>
            <a:off x="2210636" y="95019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0600" y="0"/>
            <a:ext cx="21259694" cy="11239500"/>
          </a:xfrm>
          <a:prstGeom prst="rect">
            <a:avLst/>
          </a:prstGeom>
        </p:spPr>
      </p:pic>
      <p:grpSp>
        <p:nvGrpSpPr>
          <p:cNvPr id="10" name="object 50"/>
          <p:cNvGrpSpPr/>
          <p:nvPr/>
        </p:nvGrpSpPr>
        <p:grpSpPr>
          <a:xfrm>
            <a:off x="4419600" y="5044984"/>
            <a:ext cx="916305" cy="601980"/>
            <a:chOff x="3160376" y="2658127"/>
            <a:chExt cx="916305" cy="601980"/>
          </a:xfrm>
        </p:grpSpPr>
        <p:sp>
          <p:nvSpPr>
            <p:cNvPr id="11" name="object 51"/>
            <p:cNvSpPr/>
            <p:nvPr/>
          </p:nvSpPr>
          <p:spPr>
            <a:xfrm>
              <a:off x="3188951" y="2774539"/>
              <a:ext cx="737870" cy="457200"/>
            </a:xfrm>
            <a:custGeom>
              <a:avLst/>
              <a:gdLst/>
              <a:ahLst/>
              <a:cxnLst/>
              <a:rect l="l" t="t" r="r" b="b"/>
              <a:pathLst>
                <a:path w="737870" h="457200">
                  <a:moveTo>
                    <a:pt x="737550" y="0"/>
                  </a:moveTo>
                  <a:lnTo>
                    <a:pt x="0" y="456599"/>
                  </a:lnTo>
                </a:path>
              </a:pathLst>
            </a:custGeom>
            <a:ln w="57108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7087" y="2658127"/>
              <a:ext cx="199095" cy="202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071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737815" cy="1108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2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5785" y="7144"/>
            <a:ext cx="19453785" cy="10927556"/>
          </a:xfrm>
          <a:prstGeom prst="rect">
            <a:avLst/>
          </a:prstGeom>
        </p:spPr>
      </p:pic>
      <p:grpSp>
        <p:nvGrpSpPr>
          <p:cNvPr id="4" name="object 50"/>
          <p:cNvGrpSpPr/>
          <p:nvPr/>
        </p:nvGrpSpPr>
        <p:grpSpPr>
          <a:xfrm>
            <a:off x="4419600" y="2324100"/>
            <a:ext cx="916305" cy="601980"/>
            <a:chOff x="3160376" y="2658127"/>
            <a:chExt cx="916305" cy="601980"/>
          </a:xfrm>
        </p:grpSpPr>
        <p:sp>
          <p:nvSpPr>
            <p:cNvPr id="5" name="object 51"/>
            <p:cNvSpPr/>
            <p:nvPr/>
          </p:nvSpPr>
          <p:spPr>
            <a:xfrm>
              <a:off x="3188951" y="2774539"/>
              <a:ext cx="737870" cy="457200"/>
            </a:xfrm>
            <a:custGeom>
              <a:avLst/>
              <a:gdLst/>
              <a:ahLst/>
              <a:cxnLst/>
              <a:rect l="l" t="t" r="r" b="b"/>
              <a:pathLst>
                <a:path w="737870" h="457200">
                  <a:moveTo>
                    <a:pt x="737550" y="0"/>
                  </a:moveTo>
                  <a:lnTo>
                    <a:pt x="0" y="456599"/>
                  </a:lnTo>
                </a:path>
              </a:pathLst>
            </a:custGeom>
            <a:ln w="57108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7087" y="2658127"/>
              <a:ext cx="199095" cy="202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9423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7331" y="0"/>
            <a:ext cx="1933533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2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0" y="16329"/>
            <a:ext cx="19453785" cy="10927556"/>
          </a:xfrm>
          <a:prstGeom prst="rect">
            <a:avLst/>
          </a:prstGeom>
        </p:spPr>
      </p:pic>
      <p:grpSp>
        <p:nvGrpSpPr>
          <p:cNvPr id="3" name="object 50"/>
          <p:cNvGrpSpPr/>
          <p:nvPr/>
        </p:nvGrpSpPr>
        <p:grpSpPr>
          <a:xfrm>
            <a:off x="4953000" y="5179117"/>
            <a:ext cx="916305" cy="601980"/>
            <a:chOff x="3160376" y="2658127"/>
            <a:chExt cx="916305" cy="601980"/>
          </a:xfrm>
        </p:grpSpPr>
        <p:sp>
          <p:nvSpPr>
            <p:cNvPr id="4" name="object 51"/>
            <p:cNvSpPr/>
            <p:nvPr/>
          </p:nvSpPr>
          <p:spPr>
            <a:xfrm>
              <a:off x="3188951" y="2774539"/>
              <a:ext cx="737870" cy="457200"/>
            </a:xfrm>
            <a:custGeom>
              <a:avLst/>
              <a:gdLst/>
              <a:ahLst/>
              <a:cxnLst/>
              <a:rect l="l" t="t" r="r" b="b"/>
              <a:pathLst>
                <a:path w="737870" h="457200">
                  <a:moveTo>
                    <a:pt x="737550" y="0"/>
                  </a:moveTo>
                  <a:lnTo>
                    <a:pt x="0" y="456599"/>
                  </a:lnTo>
                </a:path>
              </a:pathLst>
            </a:custGeom>
            <a:ln w="57108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7087" y="2658127"/>
              <a:ext cx="199095" cy="202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424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27214"/>
            <a:ext cx="19725095" cy="1107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1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0600" y="0"/>
            <a:ext cx="21259694" cy="11239500"/>
          </a:xfrm>
          <a:prstGeom prst="rect">
            <a:avLst/>
          </a:prstGeom>
        </p:spPr>
      </p:pic>
      <p:grpSp>
        <p:nvGrpSpPr>
          <p:cNvPr id="3" name="object 50"/>
          <p:cNvGrpSpPr/>
          <p:nvPr/>
        </p:nvGrpSpPr>
        <p:grpSpPr>
          <a:xfrm>
            <a:off x="4495800" y="3771900"/>
            <a:ext cx="916305" cy="601980"/>
            <a:chOff x="3160376" y="2658127"/>
            <a:chExt cx="916305" cy="601980"/>
          </a:xfrm>
        </p:grpSpPr>
        <p:sp>
          <p:nvSpPr>
            <p:cNvPr id="4" name="object 51"/>
            <p:cNvSpPr/>
            <p:nvPr/>
          </p:nvSpPr>
          <p:spPr>
            <a:xfrm>
              <a:off x="3188951" y="2774539"/>
              <a:ext cx="737870" cy="457200"/>
            </a:xfrm>
            <a:custGeom>
              <a:avLst/>
              <a:gdLst/>
              <a:ahLst/>
              <a:cxnLst/>
              <a:rect l="l" t="t" r="r" b="b"/>
              <a:pathLst>
                <a:path w="737870" h="457200">
                  <a:moveTo>
                    <a:pt x="737550" y="0"/>
                  </a:moveTo>
                  <a:lnTo>
                    <a:pt x="0" y="456599"/>
                  </a:lnTo>
                </a:path>
              </a:pathLst>
            </a:custGeom>
            <a:ln w="57108">
              <a:solidFill>
                <a:srgbClr val="AC7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7087" y="2658127"/>
              <a:ext cx="199095" cy="202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886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0"/>
            <a:ext cx="19456434" cy="1092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1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-190500"/>
            <a:ext cx="19851531" cy="1115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23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5074" y="5"/>
            <a:ext cx="5657850" cy="1543050"/>
          </a:xfrm>
          <a:custGeom>
            <a:avLst/>
            <a:gdLst/>
            <a:ahLst/>
            <a:cxnLst/>
            <a:rect l="l" t="t" r="r" b="b"/>
            <a:pathLst>
              <a:path w="5657850" h="1543050">
                <a:moveTo>
                  <a:pt x="0" y="0"/>
                </a:moveTo>
                <a:lnTo>
                  <a:pt x="5657849" y="0"/>
                </a:lnTo>
                <a:lnTo>
                  <a:pt x="5657849" y="1542996"/>
                </a:lnTo>
                <a:lnTo>
                  <a:pt x="0" y="1542996"/>
                </a:lnTo>
                <a:lnTo>
                  <a:pt x="0" y="0"/>
                </a:lnTo>
                <a:close/>
              </a:path>
            </a:pathLst>
          </a:custGeom>
          <a:solidFill>
            <a:srgbClr val="FFB8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5074" y="8578660"/>
            <a:ext cx="5657850" cy="1708785"/>
          </a:xfrm>
          <a:custGeom>
            <a:avLst/>
            <a:gdLst/>
            <a:ahLst/>
            <a:cxnLst/>
            <a:rect l="l" t="t" r="r" b="b"/>
            <a:pathLst>
              <a:path w="5657850" h="1708784">
                <a:moveTo>
                  <a:pt x="0" y="0"/>
                </a:moveTo>
                <a:lnTo>
                  <a:pt x="5657849" y="0"/>
                </a:lnTo>
                <a:lnTo>
                  <a:pt x="5657849" y="1708338"/>
                </a:lnTo>
                <a:lnTo>
                  <a:pt x="0" y="1708338"/>
                </a:lnTo>
                <a:lnTo>
                  <a:pt x="0" y="0"/>
                </a:lnTo>
                <a:close/>
              </a:path>
            </a:pathLst>
          </a:custGeom>
          <a:solidFill>
            <a:srgbClr val="FFB8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" y="4698509"/>
            <a:ext cx="2057400" cy="885825"/>
          </a:xfrm>
          <a:custGeom>
            <a:avLst/>
            <a:gdLst/>
            <a:ahLst/>
            <a:cxnLst/>
            <a:rect l="l" t="t" r="r" b="b"/>
            <a:pathLst>
              <a:path w="2057400" h="885825">
                <a:moveTo>
                  <a:pt x="2057298" y="0"/>
                </a:moveTo>
                <a:lnTo>
                  <a:pt x="2057298" y="885824"/>
                </a:lnTo>
                <a:lnTo>
                  <a:pt x="0" y="885824"/>
                </a:lnTo>
                <a:lnTo>
                  <a:pt x="0" y="0"/>
                </a:lnTo>
                <a:lnTo>
                  <a:pt x="2057298" y="0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230629" y="4698509"/>
            <a:ext cx="2057400" cy="885825"/>
          </a:xfrm>
          <a:custGeom>
            <a:avLst/>
            <a:gdLst/>
            <a:ahLst/>
            <a:cxnLst/>
            <a:rect l="l" t="t" r="r" b="b"/>
            <a:pathLst>
              <a:path w="2057400" h="885825">
                <a:moveTo>
                  <a:pt x="2057298" y="0"/>
                </a:moveTo>
                <a:lnTo>
                  <a:pt x="2057298" y="885824"/>
                </a:lnTo>
                <a:lnTo>
                  <a:pt x="0" y="885824"/>
                </a:lnTo>
                <a:lnTo>
                  <a:pt x="0" y="0"/>
                </a:lnTo>
                <a:lnTo>
                  <a:pt x="2057298" y="0"/>
                </a:lnTo>
                <a:close/>
              </a:path>
            </a:pathLst>
          </a:custGeom>
          <a:solidFill>
            <a:srgbClr val="BCC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7875" y="1939721"/>
            <a:ext cx="11578352" cy="65003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95800" y="2552700"/>
            <a:ext cx="8085989" cy="1441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40" dirty="0" smtClean="0"/>
              <a:t>  Conclusion</a:t>
            </a:r>
            <a:endParaRPr spc="-40" dirty="0"/>
          </a:p>
        </p:txBody>
      </p:sp>
      <p:sp>
        <p:nvSpPr>
          <p:cNvPr id="8" name="ZoneTexte 7"/>
          <p:cNvSpPr txBox="1"/>
          <p:nvPr/>
        </p:nvSpPr>
        <p:spPr>
          <a:xfrm>
            <a:off x="5029200" y="4229100"/>
            <a:ext cx="8305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reconnaissance faciale restera un outil puissant et efficace , facile à utiliser et peu couteux malgré l’existence d’autres méthodes biométriques concurrentes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2362200" y="-5443"/>
            <a:ext cx="6797675" cy="10274300"/>
            <a:chOff x="0" y="0"/>
            <a:chExt cx="6797675" cy="10274300"/>
          </a:xfrm>
          <a:solidFill>
            <a:schemeClr val="accent3"/>
          </a:solidFill>
        </p:grpSpPr>
        <p:sp>
          <p:nvSpPr>
            <p:cNvPr id="4" name="object 4"/>
            <p:cNvSpPr/>
            <p:nvPr/>
          </p:nvSpPr>
          <p:spPr>
            <a:xfrm>
              <a:off x="0" y="0"/>
              <a:ext cx="6797675" cy="10274300"/>
            </a:xfrm>
            <a:custGeom>
              <a:avLst/>
              <a:gdLst/>
              <a:ahLst/>
              <a:cxnLst/>
              <a:rect l="l" t="t" r="r" b="b"/>
              <a:pathLst>
                <a:path w="6797675" h="10274300">
                  <a:moveTo>
                    <a:pt x="3838966" y="10274299"/>
                  </a:moveTo>
                  <a:lnTo>
                    <a:pt x="0" y="10274299"/>
                  </a:lnTo>
                  <a:lnTo>
                    <a:pt x="0" y="0"/>
                  </a:lnTo>
                  <a:lnTo>
                    <a:pt x="3799275" y="0"/>
                  </a:lnTo>
                  <a:lnTo>
                    <a:pt x="3838966" y="12699"/>
                  </a:lnTo>
                  <a:lnTo>
                    <a:pt x="4034489" y="139699"/>
                  </a:lnTo>
                  <a:lnTo>
                    <a:pt x="4224987" y="266699"/>
                  </a:lnTo>
                  <a:lnTo>
                    <a:pt x="4410269" y="393699"/>
                  </a:lnTo>
                  <a:lnTo>
                    <a:pt x="4482878" y="444499"/>
                  </a:lnTo>
                  <a:lnTo>
                    <a:pt x="4518855" y="482599"/>
                  </a:lnTo>
                  <a:lnTo>
                    <a:pt x="4625453" y="558799"/>
                  </a:lnTo>
                  <a:lnTo>
                    <a:pt x="4660537" y="596899"/>
                  </a:lnTo>
                  <a:lnTo>
                    <a:pt x="4730023" y="647699"/>
                  </a:lnTo>
                  <a:lnTo>
                    <a:pt x="4764422" y="685799"/>
                  </a:lnTo>
                  <a:lnTo>
                    <a:pt x="4832523" y="736599"/>
                  </a:lnTo>
                  <a:lnTo>
                    <a:pt x="4866223" y="774699"/>
                  </a:lnTo>
                  <a:lnTo>
                    <a:pt x="4899687" y="800099"/>
                  </a:lnTo>
                  <a:lnTo>
                    <a:pt x="4932913" y="838199"/>
                  </a:lnTo>
                  <a:lnTo>
                    <a:pt x="4998646" y="888999"/>
                  </a:lnTo>
                  <a:lnTo>
                    <a:pt x="5031150" y="927099"/>
                  </a:lnTo>
                  <a:lnTo>
                    <a:pt x="5063411" y="952499"/>
                  </a:lnTo>
                  <a:lnTo>
                    <a:pt x="5127195" y="1028699"/>
                  </a:lnTo>
                  <a:lnTo>
                    <a:pt x="5158715" y="1054099"/>
                  </a:lnTo>
                  <a:lnTo>
                    <a:pt x="5189985" y="1092199"/>
                  </a:lnTo>
                  <a:lnTo>
                    <a:pt x="5221005" y="1117599"/>
                  </a:lnTo>
                  <a:lnTo>
                    <a:pt x="5251771" y="1155699"/>
                  </a:lnTo>
                  <a:lnTo>
                    <a:pt x="5282283" y="1193799"/>
                  </a:lnTo>
                  <a:lnTo>
                    <a:pt x="5312539" y="1219199"/>
                  </a:lnTo>
                  <a:lnTo>
                    <a:pt x="5342538" y="1257299"/>
                  </a:lnTo>
                  <a:lnTo>
                    <a:pt x="5372278" y="1295399"/>
                  </a:lnTo>
                  <a:lnTo>
                    <a:pt x="5401757" y="1320799"/>
                  </a:lnTo>
                  <a:lnTo>
                    <a:pt x="5430975" y="1358899"/>
                  </a:lnTo>
                  <a:lnTo>
                    <a:pt x="5459929" y="1396999"/>
                  </a:lnTo>
                  <a:lnTo>
                    <a:pt x="5488618" y="1435099"/>
                  </a:lnTo>
                  <a:lnTo>
                    <a:pt x="5517040" y="1473199"/>
                  </a:lnTo>
                  <a:lnTo>
                    <a:pt x="5545194" y="1498599"/>
                  </a:lnTo>
                  <a:lnTo>
                    <a:pt x="5573079" y="1536699"/>
                  </a:lnTo>
                  <a:lnTo>
                    <a:pt x="5600693" y="1574799"/>
                  </a:lnTo>
                  <a:lnTo>
                    <a:pt x="5628034" y="1612899"/>
                  </a:lnTo>
                  <a:lnTo>
                    <a:pt x="5655101" y="1650999"/>
                  </a:lnTo>
                  <a:lnTo>
                    <a:pt x="5681892" y="1689099"/>
                  </a:lnTo>
                  <a:lnTo>
                    <a:pt x="5708406" y="1727199"/>
                  </a:lnTo>
                  <a:lnTo>
                    <a:pt x="5734641" y="1765299"/>
                  </a:lnTo>
                  <a:lnTo>
                    <a:pt x="5760596" y="1803399"/>
                  </a:lnTo>
                  <a:lnTo>
                    <a:pt x="5786269" y="1828799"/>
                  </a:lnTo>
                  <a:lnTo>
                    <a:pt x="5811659" y="1866899"/>
                  </a:lnTo>
                  <a:lnTo>
                    <a:pt x="5836765" y="1904999"/>
                  </a:lnTo>
                  <a:lnTo>
                    <a:pt x="5861583" y="1943099"/>
                  </a:lnTo>
                  <a:lnTo>
                    <a:pt x="5886114" y="1993899"/>
                  </a:lnTo>
                  <a:lnTo>
                    <a:pt x="5910356" y="2031999"/>
                  </a:lnTo>
                  <a:lnTo>
                    <a:pt x="5934307" y="2070099"/>
                  </a:lnTo>
                  <a:lnTo>
                    <a:pt x="5957965" y="2108199"/>
                  </a:lnTo>
                  <a:lnTo>
                    <a:pt x="5981329" y="2146299"/>
                  </a:lnTo>
                  <a:lnTo>
                    <a:pt x="6004398" y="2184399"/>
                  </a:lnTo>
                  <a:lnTo>
                    <a:pt x="6027170" y="2222499"/>
                  </a:lnTo>
                  <a:lnTo>
                    <a:pt x="6049643" y="2260599"/>
                  </a:lnTo>
                  <a:lnTo>
                    <a:pt x="6071816" y="2298699"/>
                  </a:lnTo>
                  <a:lnTo>
                    <a:pt x="6093688" y="2336799"/>
                  </a:lnTo>
                  <a:lnTo>
                    <a:pt x="6115256" y="2387599"/>
                  </a:lnTo>
                  <a:lnTo>
                    <a:pt x="6136520" y="2425699"/>
                  </a:lnTo>
                  <a:lnTo>
                    <a:pt x="6157478" y="2463799"/>
                  </a:lnTo>
                  <a:lnTo>
                    <a:pt x="6178128" y="2501899"/>
                  </a:lnTo>
                  <a:lnTo>
                    <a:pt x="6198469" y="2552699"/>
                  </a:lnTo>
                  <a:lnTo>
                    <a:pt x="6218499" y="2590799"/>
                  </a:lnTo>
                  <a:lnTo>
                    <a:pt x="6238217" y="2628899"/>
                  </a:lnTo>
                  <a:lnTo>
                    <a:pt x="6257621" y="2666999"/>
                  </a:lnTo>
                  <a:lnTo>
                    <a:pt x="6276710" y="2717799"/>
                  </a:lnTo>
                  <a:lnTo>
                    <a:pt x="6295482" y="2755899"/>
                  </a:lnTo>
                  <a:lnTo>
                    <a:pt x="6313936" y="2793999"/>
                  </a:lnTo>
                  <a:lnTo>
                    <a:pt x="6332070" y="2844799"/>
                  </a:lnTo>
                  <a:lnTo>
                    <a:pt x="6349882" y="2882899"/>
                  </a:lnTo>
                  <a:lnTo>
                    <a:pt x="6367372" y="2920999"/>
                  </a:lnTo>
                  <a:lnTo>
                    <a:pt x="6384537" y="2971799"/>
                  </a:lnTo>
                  <a:lnTo>
                    <a:pt x="6401376" y="3009899"/>
                  </a:lnTo>
                  <a:lnTo>
                    <a:pt x="6417888" y="3060699"/>
                  </a:lnTo>
                  <a:lnTo>
                    <a:pt x="6434071" y="3098799"/>
                  </a:lnTo>
                  <a:lnTo>
                    <a:pt x="6449923" y="3136899"/>
                  </a:lnTo>
                  <a:lnTo>
                    <a:pt x="6465443" y="3187699"/>
                  </a:lnTo>
                  <a:lnTo>
                    <a:pt x="6480630" y="3225799"/>
                  </a:lnTo>
                  <a:lnTo>
                    <a:pt x="6495481" y="3276599"/>
                  </a:lnTo>
                  <a:lnTo>
                    <a:pt x="6509996" y="3314699"/>
                  </a:lnTo>
                  <a:lnTo>
                    <a:pt x="6524173" y="3365499"/>
                  </a:lnTo>
                  <a:lnTo>
                    <a:pt x="6538010" y="3403599"/>
                  </a:lnTo>
                  <a:lnTo>
                    <a:pt x="6551506" y="3454399"/>
                  </a:lnTo>
                  <a:lnTo>
                    <a:pt x="6564659" y="3492499"/>
                  </a:lnTo>
                  <a:lnTo>
                    <a:pt x="6577468" y="3543299"/>
                  </a:lnTo>
                  <a:lnTo>
                    <a:pt x="6589931" y="3581399"/>
                  </a:lnTo>
                  <a:lnTo>
                    <a:pt x="6602047" y="3632199"/>
                  </a:lnTo>
                  <a:lnTo>
                    <a:pt x="6613814" y="3670299"/>
                  </a:lnTo>
                  <a:lnTo>
                    <a:pt x="6625231" y="3721099"/>
                  </a:lnTo>
                  <a:lnTo>
                    <a:pt x="6636296" y="3771899"/>
                  </a:lnTo>
                  <a:lnTo>
                    <a:pt x="6647008" y="3809999"/>
                  </a:lnTo>
                  <a:lnTo>
                    <a:pt x="6657364" y="3860799"/>
                  </a:lnTo>
                  <a:lnTo>
                    <a:pt x="6667365" y="3911599"/>
                  </a:lnTo>
                  <a:lnTo>
                    <a:pt x="6677007" y="3949699"/>
                  </a:lnTo>
                  <a:lnTo>
                    <a:pt x="6686290" y="4000499"/>
                  </a:lnTo>
                  <a:lnTo>
                    <a:pt x="6695212" y="4038599"/>
                  </a:lnTo>
                  <a:lnTo>
                    <a:pt x="6703771" y="4089399"/>
                  </a:lnTo>
                  <a:lnTo>
                    <a:pt x="6711966" y="4140199"/>
                  </a:lnTo>
                  <a:lnTo>
                    <a:pt x="6719796" y="4178299"/>
                  </a:lnTo>
                  <a:lnTo>
                    <a:pt x="6727259" y="4229099"/>
                  </a:lnTo>
                  <a:lnTo>
                    <a:pt x="6734353" y="4279899"/>
                  </a:lnTo>
                  <a:lnTo>
                    <a:pt x="6741076" y="4330699"/>
                  </a:lnTo>
                  <a:lnTo>
                    <a:pt x="6747429" y="4368799"/>
                  </a:lnTo>
                  <a:lnTo>
                    <a:pt x="6753408" y="4419599"/>
                  </a:lnTo>
                  <a:lnTo>
                    <a:pt x="6759012" y="4470399"/>
                  </a:lnTo>
                  <a:lnTo>
                    <a:pt x="6764240" y="4521199"/>
                  </a:lnTo>
                  <a:lnTo>
                    <a:pt x="6769091" y="4559299"/>
                  </a:lnTo>
                  <a:lnTo>
                    <a:pt x="6773562" y="4610099"/>
                  </a:lnTo>
                  <a:lnTo>
                    <a:pt x="6777652" y="4660899"/>
                  </a:lnTo>
                  <a:lnTo>
                    <a:pt x="6781360" y="4711699"/>
                  </a:lnTo>
                  <a:lnTo>
                    <a:pt x="6784684" y="4749799"/>
                  </a:lnTo>
                  <a:lnTo>
                    <a:pt x="6787623" y="4800599"/>
                  </a:lnTo>
                  <a:lnTo>
                    <a:pt x="6790175" y="4851399"/>
                  </a:lnTo>
                  <a:lnTo>
                    <a:pt x="6792338" y="4902199"/>
                  </a:lnTo>
                  <a:lnTo>
                    <a:pt x="6794112" y="4952999"/>
                  </a:lnTo>
                  <a:lnTo>
                    <a:pt x="6795494" y="5003799"/>
                  </a:lnTo>
                  <a:lnTo>
                    <a:pt x="6796483" y="5041899"/>
                  </a:lnTo>
                  <a:lnTo>
                    <a:pt x="6797077" y="5092699"/>
                  </a:lnTo>
                  <a:lnTo>
                    <a:pt x="6797276" y="5143499"/>
                  </a:lnTo>
                  <a:lnTo>
                    <a:pt x="6797077" y="5194299"/>
                  </a:lnTo>
                  <a:lnTo>
                    <a:pt x="6796483" y="5245099"/>
                  </a:lnTo>
                  <a:lnTo>
                    <a:pt x="6795494" y="5295899"/>
                  </a:lnTo>
                  <a:lnTo>
                    <a:pt x="6794112" y="5333999"/>
                  </a:lnTo>
                  <a:lnTo>
                    <a:pt x="6792338" y="5384799"/>
                  </a:lnTo>
                  <a:lnTo>
                    <a:pt x="6790175" y="5435599"/>
                  </a:lnTo>
                  <a:lnTo>
                    <a:pt x="6787623" y="5486399"/>
                  </a:lnTo>
                  <a:lnTo>
                    <a:pt x="6784684" y="5537199"/>
                  </a:lnTo>
                  <a:lnTo>
                    <a:pt x="6781360" y="5587999"/>
                  </a:lnTo>
                  <a:lnTo>
                    <a:pt x="6777652" y="5626099"/>
                  </a:lnTo>
                  <a:lnTo>
                    <a:pt x="6773562" y="5676899"/>
                  </a:lnTo>
                  <a:lnTo>
                    <a:pt x="6769091" y="5727699"/>
                  </a:lnTo>
                  <a:lnTo>
                    <a:pt x="6764240" y="5778499"/>
                  </a:lnTo>
                  <a:lnTo>
                    <a:pt x="6759012" y="5816599"/>
                  </a:lnTo>
                  <a:lnTo>
                    <a:pt x="6753408" y="5867399"/>
                  </a:lnTo>
                  <a:lnTo>
                    <a:pt x="6747429" y="5918199"/>
                  </a:lnTo>
                  <a:lnTo>
                    <a:pt x="6741076" y="5968999"/>
                  </a:lnTo>
                  <a:lnTo>
                    <a:pt x="6734353" y="6007099"/>
                  </a:lnTo>
                  <a:lnTo>
                    <a:pt x="6727259" y="6057899"/>
                  </a:lnTo>
                  <a:lnTo>
                    <a:pt x="6719796" y="6108699"/>
                  </a:lnTo>
                  <a:lnTo>
                    <a:pt x="6711966" y="6146799"/>
                  </a:lnTo>
                  <a:lnTo>
                    <a:pt x="6703771" y="6197599"/>
                  </a:lnTo>
                  <a:lnTo>
                    <a:pt x="6695212" y="6248399"/>
                  </a:lnTo>
                  <a:lnTo>
                    <a:pt x="6686290" y="6286499"/>
                  </a:lnTo>
                  <a:lnTo>
                    <a:pt x="6677007" y="6337299"/>
                  </a:lnTo>
                  <a:lnTo>
                    <a:pt x="6667365" y="6388099"/>
                  </a:lnTo>
                  <a:lnTo>
                    <a:pt x="6657364" y="6426199"/>
                  </a:lnTo>
                  <a:lnTo>
                    <a:pt x="6647008" y="6476999"/>
                  </a:lnTo>
                  <a:lnTo>
                    <a:pt x="6636296" y="6527799"/>
                  </a:lnTo>
                  <a:lnTo>
                    <a:pt x="6625231" y="6565899"/>
                  </a:lnTo>
                  <a:lnTo>
                    <a:pt x="6613814" y="6616699"/>
                  </a:lnTo>
                  <a:lnTo>
                    <a:pt x="6602047" y="6654799"/>
                  </a:lnTo>
                  <a:lnTo>
                    <a:pt x="6589931" y="6705599"/>
                  </a:lnTo>
                  <a:lnTo>
                    <a:pt x="6577468" y="6743699"/>
                  </a:lnTo>
                  <a:lnTo>
                    <a:pt x="6564659" y="6794499"/>
                  </a:lnTo>
                  <a:lnTo>
                    <a:pt x="6551506" y="6832599"/>
                  </a:lnTo>
                  <a:lnTo>
                    <a:pt x="6538010" y="6883399"/>
                  </a:lnTo>
                  <a:lnTo>
                    <a:pt x="6524173" y="6921499"/>
                  </a:lnTo>
                  <a:lnTo>
                    <a:pt x="6509996" y="6972299"/>
                  </a:lnTo>
                  <a:lnTo>
                    <a:pt x="6495481" y="7010399"/>
                  </a:lnTo>
                  <a:lnTo>
                    <a:pt x="6480630" y="7061199"/>
                  </a:lnTo>
                  <a:lnTo>
                    <a:pt x="6465443" y="7099299"/>
                  </a:lnTo>
                  <a:lnTo>
                    <a:pt x="6449923" y="7150099"/>
                  </a:lnTo>
                  <a:lnTo>
                    <a:pt x="6434071" y="7188199"/>
                  </a:lnTo>
                  <a:lnTo>
                    <a:pt x="6417888" y="7238999"/>
                  </a:lnTo>
                  <a:lnTo>
                    <a:pt x="6401376" y="7277099"/>
                  </a:lnTo>
                  <a:lnTo>
                    <a:pt x="6384537" y="7315199"/>
                  </a:lnTo>
                  <a:lnTo>
                    <a:pt x="6367372" y="7365999"/>
                  </a:lnTo>
                  <a:lnTo>
                    <a:pt x="6349882" y="7404099"/>
                  </a:lnTo>
                  <a:lnTo>
                    <a:pt x="6332070" y="7454899"/>
                  </a:lnTo>
                  <a:lnTo>
                    <a:pt x="6313936" y="7492999"/>
                  </a:lnTo>
                  <a:lnTo>
                    <a:pt x="6295482" y="7531099"/>
                  </a:lnTo>
                  <a:lnTo>
                    <a:pt x="6276710" y="7581899"/>
                  </a:lnTo>
                  <a:lnTo>
                    <a:pt x="6257621" y="7619999"/>
                  </a:lnTo>
                  <a:lnTo>
                    <a:pt x="6238217" y="7658099"/>
                  </a:lnTo>
                  <a:lnTo>
                    <a:pt x="6218499" y="7696199"/>
                  </a:lnTo>
                  <a:lnTo>
                    <a:pt x="6198469" y="7746999"/>
                  </a:lnTo>
                  <a:lnTo>
                    <a:pt x="6178128" y="7785099"/>
                  </a:lnTo>
                  <a:lnTo>
                    <a:pt x="6157478" y="7823199"/>
                  </a:lnTo>
                  <a:lnTo>
                    <a:pt x="6136520" y="7861299"/>
                  </a:lnTo>
                  <a:lnTo>
                    <a:pt x="6115256" y="7912099"/>
                  </a:lnTo>
                  <a:lnTo>
                    <a:pt x="6093688" y="7950199"/>
                  </a:lnTo>
                  <a:lnTo>
                    <a:pt x="6071816" y="7988299"/>
                  </a:lnTo>
                  <a:lnTo>
                    <a:pt x="6049643" y="8026399"/>
                  </a:lnTo>
                  <a:lnTo>
                    <a:pt x="6027170" y="8064499"/>
                  </a:lnTo>
                  <a:lnTo>
                    <a:pt x="6004398" y="8102599"/>
                  </a:lnTo>
                  <a:lnTo>
                    <a:pt x="5981329" y="8140699"/>
                  </a:lnTo>
                  <a:lnTo>
                    <a:pt x="5957965" y="8178799"/>
                  </a:lnTo>
                  <a:lnTo>
                    <a:pt x="5934307" y="8229599"/>
                  </a:lnTo>
                  <a:lnTo>
                    <a:pt x="5910356" y="8267699"/>
                  </a:lnTo>
                  <a:lnTo>
                    <a:pt x="5886114" y="8305799"/>
                  </a:lnTo>
                  <a:lnTo>
                    <a:pt x="5861583" y="8343899"/>
                  </a:lnTo>
                  <a:lnTo>
                    <a:pt x="5836765" y="8381999"/>
                  </a:lnTo>
                  <a:lnTo>
                    <a:pt x="5811659" y="8420099"/>
                  </a:lnTo>
                  <a:lnTo>
                    <a:pt x="5786269" y="8458199"/>
                  </a:lnTo>
                  <a:lnTo>
                    <a:pt x="5760596" y="8496299"/>
                  </a:lnTo>
                  <a:lnTo>
                    <a:pt x="5734641" y="8534399"/>
                  </a:lnTo>
                  <a:lnTo>
                    <a:pt x="5708406" y="8572499"/>
                  </a:lnTo>
                  <a:lnTo>
                    <a:pt x="5681892" y="8597899"/>
                  </a:lnTo>
                  <a:lnTo>
                    <a:pt x="5655101" y="8635999"/>
                  </a:lnTo>
                  <a:lnTo>
                    <a:pt x="5628034" y="8674099"/>
                  </a:lnTo>
                  <a:lnTo>
                    <a:pt x="5600693" y="8712199"/>
                  </a:lnTo>
                  <a:lnTo>
                    <a:pt x="5573079" y="8750299"/>
                  </a:lnTo>
                  <a:lnTo>
                    <a:pt x="5545194" y="8788399"/>
                  </a:lnTo>
                  <a:lnTo>
                    <a:pt x="5517040" y="8826499"/>
                  </a:lnTo>
                  <a:lnTo>
                    <a:pt x="5488618" y="8851899"/>
                  </a:lnTo>
                  <a:lnTo>
                    <a:pt x="5459929" y="8889999"/>
                  </a:lnTo>
                  <a:lnTo>
                    <a:pt x="5430975" y="8928099"/>
                  </a:lnTo>
                  <a:lnTo>
                    <a:pt x="5401757" y="8966199"/>
                  </a:lnTo>
                  <a:lnTo>
                    <a:pt x="5372278" y="8991599"/>
                  </a:lnTo>
                  <a:lnTo>
                    <a:pt x="5342538" y="9029699"/>
                  </a:lnTo>
                  <a:lnTo>
                    <a:pt x="5312539" y="9067799"/>
                  </a:lnTo>
                  <a:lnTo>
                    <a:pt x="5282283" y="9105899"/>
                  </a:lnTo>
                  <a:lnTo>
                    <a:pt x="5251771" y="9131299"/>
                  </a:lnTo>
                  <a:lnTo>
                    <a:pt x="5221005" y="9169399"/>
                  </a:lnTo>
                  <a:lnTo>
                    <a:pt x="5189985" y="9194799"/>
                  </a:lnTo>
                  <a:lnTo>
                    <a:pt x="5127195" y="9270999"/>
                  </a:lnTo>
                  <a:lnTo>
                    <a:pt x="5095426" y="9296399"/>
                  </a:lnTo>
                  <a:lnTo>
                    <a:pt x="5063411" y="9334499"/>
                  </a:lnTo>
                  <a:lnTo>
                    <a:pt x="5031150" y="9359899"/>
                  </a:lnTo>
                  <a:lnTo>
                    <a:pt x="4998646" y="9397999"/>
                  </a:lnTo>
                  <a:lnTo>
                    <a:pt x="4965900" y="9423399"/>
                  </a:lnTo>
                  <a:lnTo>
                    <a:pt x="4932913" y="9461499"/>
                  </a:lnTo>
                  <a:lnTo>
                    <a:pt x="4899687" y="9486899"/>
                  </a:lnTo>
                  <a:lnTo>
                    <a:pt x="4866223" y="9524999"/>
                  </a:lnTo>
                  <a:lnTo>
                    <a:pt x="4798589" y="9575799"/>
                  </a:lnTo>
                  <a:lnTo>
                    <a:pt x="4764422" y="9613899"/>
                  </a:lnTo>
                  <a:lnTo>
                    <a:pt x="4695394" y="9664699"/>
                  </a:lnTo>
                  <a:lnTo>
                    <a:pt x="4660537" y="9702799"/>
                  </a:lnTo>
                  <a:lnTo>
                    <a:pt x="4554610" y="9778999"/>
                  </a:lnTo>
                  <a:lnTo>
                    <a:pt x="4518855" y="9817099"/>
                  </a:lnTo>
                  <a:lnTo>
                    <a:pt x="4373639" y="9918699"/>
                  </a:lnTo>
                  <a:lnTo>
                    <a:pt x="4299736" y="9969499"/>
                  </a:lnTo>
                  <a:lnTo>
                    <a:pt x="4262467" y="10007599"/>
                  </a:lnTo>
                  <a:lnTo>
                    <a:pt x="4072997" y="10134599"/>
                  </a:lnTo>
                  <a:lnTo>
                    <a:pt x="4034489" y="10147299"/>
                  </a:lnTo>
                  <a:lnTo>
                    <a:pt x="3838966" y="102742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920148"/>
              <a:ext cx="762000" cy="4657725"/>
            </a:xfrm>
            <a:custGeom>
              <a:avLst/>
              <a:gdLst/>
              <a:ahLst/>
              <a:cxnLst/>
              <a:rect l="l" t="t" r="r" b="b"/>
              <a:pathLst>
                <a:path w="762000" h="4657725">
                  <a:moveTo>
                    <a:pt x="761999" y="4657260"/>
                  </a:moveTo>
                  <a:lnTo>
                    <a:pt x="0" y="4657260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465726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13"/>
          <p:cNvSpPr/>
          <p:nvPr/>
        </p:nvSpPr>
        <p:spPr>
          <a:xfrm>
            <a:off x="25" y="9258299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18288000" h="1028700">
                <a:moveTo>
                  <a:pt x="18287943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18287943" y="0"/>
                </a:lnTo>
                <a:lnTo>
                  <a:pt x="18287943" y="1028700"/>
                </a:lnTo>
                <a:close/>
              </a:path>
            </a:pathLst>
          </a:custGeom>
          <a:solidFill>
            <a:srgbClr val="6261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ZoneTexte 6"/>
          <p:cNvSpPr txBox="1"/>
          <p:nvPr/>
        </p:nvSpPr>
        <p:spPr>
          <a:xfrm>
            <a:off x="4808550" y="3619500"/>
            <a:ext cx="13106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 pour votre attention</a:t>
            </a:r>
            <a:endParaRPr lang="en-US" sz="8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78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</TotalTime>
  <Words>210</Words>
  <Application>Microsoft Office PowerPoint</Application>
  <PresentationFormat>Personnalisé</PresentationFormat>
  <Paragraphs>49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4" baseType="lpstr">
      <vt:lpstr>Arial</vt:lpstr>
      <vt:lpstr>Assistant Bold Bold</vt:lpstr>
      <vt:lpstr>Calibri</vt:lpstr>
      <vt:lpstr>Consolas</vt:lpstr>
      <vt:lpstr>Lucida Sans Unicode</vt:lpstr>
      <vt:lpstr>Tahoma</vt:lpstr>
      <vt:lpstr>Times New Roman</vt:lpstr>
      <vt:lpstr>Trebuchet MS</vt:lpstr>
      <vt:lpstr>Wingdings</vt:lpstr>
      <vt:lpstr>Office Theme</vt:lpstr>
      <vt:lpstr>Réalisation d’une plateforme qui marque la présence à l’aide   de la reconnaissance faciale </vt:lpstr>
      <vt:lpstr>Présentation PowerPoint</vt:lpstr>
      <vt:lpstr>1- Introduction </vt:lpstr>
      <vt:lpstr>Présentation PowerPoint</vt:lpstr>
      <vt:lpstr>Présentation PowerPoint</vt:lpstr>
      <vt:lpstr>Présentation PowerPoint</vt:lpstr>
      <vt:lpstr>SOFTWARE</vt:lpstr>
      <vt:lpstr>Présentation PowerPoint</vt:lpstr>
      <vt:lpstr>Présentation PowerPoint</vt:lpstr>
      <vt:lpstr>Rapport de présence de tous les étudiants</vt:lpstr>
      <vt:lpstr>Rapport de présence de tous les étudiants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 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RECOGNITION ATTENDANCE SYSTEM</dc:title>
  <dc:creator>Nilesh Pawar</dc:creator>
  <cp:keywords>DAEtL84y3QQ,BAEboCr2dqk</cp:keywords>
  <cp:lastModifiedBy>pc</cp:lastModifiedBy>
  <cp:revision>25</cp:revision>
  <dcterms:created xsi:type="dcterms:W3CDTF">2022-06-17T00:39:43Z</dcterms:created>
  <dcterms:modified xsi:type="dcterms:W3CDTF">2022-06-17T10:08:09Z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2021-10-24T00:00:00Z</vt:filetime>
  </property>
  <property fmtid="{D5CDD505-2E9C-101B-9397-08002B2CF9AE}" pid="3" name="Creator">
    <vt:lpwstr>Canva</vt:lpwstr>
  </property>
  <property fmtid="{D5CDD505-2E9C-101B-9397-08002B2CF9AE}" pid="4" name="LastSaved">
    <vt:filetime>2022-06-17T00:00:00Z</vt:filetime>
  </property>
</Properties>
</file>